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6.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_rels/presentation.xml.rels" ContentType="application/vnd.openxmlformats-package.relationships+xml"/>
  <Override PartName="/ppt/media/image12.png" ContentType="image/png"/>
  <Override PartName="/ppt/media/image10.png" ContentType="image/png"/>
  <Override PartName="/ppt/media/image6.jpeg" ContentType="image/jpeg"/>
  <Override PartName="/ppt/media/image1.png" ContentType="image/png"/>
  <Override PartName="/ppt/media/image11.png" ContentType="image/png"/>
  <Override PartName="/ppt/media/image19.png" ContentType="image/png"/>
  <Override PartName="/ppt/media/image17.png" ContentType="image/png"/>
  <Override PartName="/ppt/media/image2.svg" ContentType="image/svg"/>
  <Override PartName="/ppt/media/image8.jpeg" ContentType="image/jpeg"/>
  <Override PartName="/ppt/media/image5.png" ContentType="image/png"/>
  <Override PartName="/ppt/media/image14.png" ContentType="image/png"/>
  <Override PartName="/ppt/media/image3.jpeg" ContentType="image/jpeg"/>
  <Override PartName="/ppt/media/image15.png" ContentType="image/png"/>
  <Override PartName="/ppt/media/image18.png" ContentType="image/png"/>
  <Override PartName="/ppt/media/image9.png" ContentType="image/png"/>
  <Override PartName="/ppt/media/image13.png" ContentType="image/png"/>
  <Override PartName="/ppt/media/image4.png" ContentType="image/png"/>
  <Override PartName="/ppt/media/image7.png" ContentType="image/png"/>
  <Override PartName="/ppt/media/image16.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 id="2147483655" r:id="rId5"/>
    <p:sldMasterId id="2147483658" r:id="rId6"/>
    <p:sldMasterId id="2147483661" r:id="rId7"/>
    <p:sldMasterId id="2147483664" r:id="rId8"/>
    <p:sldMasterId id="2147483666" r:id="rId9"/>
    <p:sldMasterId id="2147483668" r:id="rId10"/>
    <p:sldMasterId id="2147483670" r:id="rId11"/>
    <p:sldMasterId id="2147483672" r:id="rId12"/>
    <p:sldMasterId id="2147483675" r:id="rId13"/>
    <p:sldMasterId id="2147483678" r:id="rId14"/>
    <p:sldMasterId id="2147483680" r:id="rId15"/>
  </p:sldMasterIdLst>
  <p:sldIdLst>
    <p:sldId id="256" r:id="rId16"/>
    <p:sldId id="257" r:id="rId17"/>
    <p:sldId id="258" r:id="rId18"/>
    <p:sldId id="259" r:id="rId19"/>
    <p:sldId id="260" r:id="rId20"/>
    <p:sldId id="261" r:id="rId21"/>
    <p:sldId id="262" r:id="rId22"/>
    <p:sldId id="263" r:id="rId23"/>
    <p:sldId id="264" r:id="rId24"/>
    <p:sldId id="265" r:id="rId25"/>
    <p:sldId id="266" r:id="rId26"/>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spTree>
      <p:nvGrpSpPr>
        <p:cNvPr id="1" name=""/>
        <p:cNvGrpSpPr/>
        <p:nvPr/>
      </p:nvGrpSpPr>
      <p:grpSpPr>
        <a:xfrm>
          <a:off x="0" y="0"/>
          <a:ext cx="0" cy="0"/>
          <a:chOff x="0" y="0"/>
          <a:chExt cx="0" cy="0"/>
        </a:xfrm>
      </p:grpSpPr>
      <p:sp>
        <p:nvSpPr>
          <p:cNvPr id="6"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1AD376C-47C7-425E-9FD7-2292133C04F0}" type="slidenum">
              <a:t>&lt;#&gt;</a:t>
            </a:fld>
          </a:p>
        </p:txBody>
      </p:sp>
      <p:sp>
        <p:nvSpPr>
          <p:cNvPr id="5" name="PlaceHolder 4"/>
          <p:cNvSpPr>
            <a:spLocks noGrp="1"/>
          </p:cNvSpPr>
          <p:nvPr>
            <p:ph type="dt" idx="1"/>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1">
    <p:spTree>
      <p:nvGrpSpPr>
        <p:cNvPr id="1" name=""/>
        <p:cNvGrpSpPr/>
        <p:nvPr/>
      </p:nvGrpSpPr>
      <p:grpSpPr>
        <a:xfrm>
          <a:off x="0" y="0"/>
          <a:ext cx="0" cy="0"/>
          <a:chOff x="0" y="0"/>
          <a:chExt cx="0" cy="0"/>
        </a:xfrm>
      </p:grpSpPr>
      <p:sp>
        <p:nvSpPr>
          <p:cNvPr id="14"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FC1EF6A-A12B-4F87-826C-5E1DC11AC86C}" type="slidenum">
              <a:t>&lt;#&gt;</a:t>
            </a:fld>
          </a:p>
        </p:txBody>
      </p:sp>
      <p:sp>
        <p:nvSpPr>
          <p:cNvPr id="5" name="PlaceHolder 4"/>
          <p:cNvSpPr>
            <a:spLocks noGrp="1"/>
          </p:cNvSpPr>
          <p:nvPr>
            <p:ph type="dt" idx="4"/>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1">
    <p:spTree>
      <p:nvGrpSpPr>
        <p:cNvPr id="1" name=""/>
        <p:cNvGrpSpPr/>
        <p:nvPr/>
      </p:nvGrpSpPr>
      <p:grpSpPr>
        <a:xfrm>
          <a:off x="0" y="0"/>
          <a:ext cx="0" cy="0"/>
          <a:chOff x="0" y="0"/>
          <a:chExt cx="0" cy="0"/>
        </a:xfrm>
      </p:grpSpPr>
      <p:sp>
        <p:nvSpPr>
          <p:cNvPr id="15"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16" name="PlaceHolder 2"/>
          <p:cNvSpPr>
            <a:spLocks noGrp="1"/>
          </p:cNvSpPr>
          <p:nvPr>
            <p:ph/>
          </p:nvPr>
        </p:nvSpPr>
        <p:spPr>
          <a:xfrm>
            <a:off x="540000" y="1440000"/>
            <a:ext cx="9000000" cy="4050000"/>
          </a:xfrm>
          <a:prstGeom prst="rect">
            <a:avLst/>
          </a:prstGeom>
          <a:noFill/>
          <a:ln w="0">
            <a:noFill/>
          </a:ln>
        </p:spPr>
        <p:txBody>
          <a:bodyPr lIns="0" rIns="0" tIns="0" bIns="0" anchor="t">
            <a:normAutofit/>
          </a:bodyPr>
          <a:p>
            <a:pPr indent="0">
              <a:spcAft>
                <a:spcPts val="1057"/>
              </a:spcAft>
              <a:buNone/>
            </a:pPr>
            <a:endParaRPr b="0" lang="fr-FR" sz="2400" spc="-1" strike="noStrike">
              <a:solidFill>
                <a:srgbClr val="000000"/>
              </a:solidFill>
              <a:latin typeface="Noto Sans"/>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359E965-4451-4D2B-BF90-D9FABCDBC61D}" type="slidenum">
              <a:t>&lt;#&gt;</a:t>
            </a:fld>
          </a:p>
        </p:txBody>
      </p:sp>
      <p:sp>
        <p:nvSpPr>
          <p:cNvPr id="6" name="PlaceHolder 5"/>
          <p:cNvSpPr>
            <a:spLocks noGrp="1"/>
          </p:cNvSpPr>
          <p:nvPr>
            <p:ph type="dt" idx="4"/>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Content ">
    <p:spTree>
      <p:nvGrpSpPr>
        <p:cNvPr id="1" name=""/>
        <p:cNvGrpSpPr/>
        <p:nvPr/>
      </p:nvGrpSpPr>
      <p:grpSpPr>
        <a:xfrm>
          <a:off x="0" y="0"/>
          <a:ext cx="0" cy="0"/>
          <a:chOff x="0" y="0"/>
          <a:chExt cx="0" cy="0"/>
        </a:xfrm>
      </p:grpSpPr>
      <p:sp>
        <p:nvSpPr>
          <p:cNvPr id="36"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BE39F84B-6CC4-4288-95A3-8AE5281CAC6D}" type="slidenum">
              <a:t>&lt;#&gt;</a:t>
            </a:fld>
          </a:p>
        </p:txBody>
      </p:sp>
      <p:sp>
        <p:nvSpPr>
          <p:cNvPr id="5" name="PlaceHolder 4"/>
          <p:cNvSpPr>
            <a:spLocks noGrp="1"/>
          </p:cNvSpPr>
          <p:nvPr>
            <p:ph type="dt" idx="7"/>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ample Article">
    <p:spTree>
      <p:nvGrpSpPr>
        <p:cNvPr id="1" name=""/>
        <p:cNvGrpSpPr/>
        <p:nvPr/>
      </p:nvGrpSpPr>
      <p:grpSpPr>
        <a:xfrm>
          <a:off x="0" y="0"/>
          <a:ext cx="0" cy="0"/>
          <a:chOff x="0" y="0"/>
          <a:chExt cx="0" cy="0"/>
        </a:xfrm>
      </p:grpSpPr>
      <p:sp>
        <p:nvSpPr>
          <p:cNvPr id="60"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1736D041-7193-4445-9C43-FB59304140A6}" type="slidenum">
              <a:t>&lt;#&gt;</a:t>
            </a:fld>
          </a:p>
        </p:txBody>
      </p:sp>
      <p:sp>
        <p:nvSpPr>
          <p:cNvPr id="5" name="PlaceHolder 4"/>
          <p:cNvSpPr>
            <a:spLocks noGrp="1"/>
          </p:cNvSpPr>
          <p:nvPr>
            <p:ph type="dt" idx="10"/>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ample Article">
    <p:spTree>
      <p:nvGrpSpPr>
        <p:cNvPr id="1" name=""/>
        <p:cNvGrpSpPr/>
        <p:nvPr/>
      </p:nvGrpSpPr>
      <p:grpSpPr>
        <a:xfrm>
          <a:off x="0" y="0"/>
          <a:ext cx="0" cy="0"/>
          <a:chOff x="0" y="0"/>
          <a:chExt cx="0" cy="0"/>
        </a:xfrm>
      </p:grpSpPr>
      <p:sp>
        <p:nvSpPr>
          <p:cNvPr id="61"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62" name="PlaceHolder 2"/>
          <p:cNvSpPr>
            <a:spLocks noGrp="1"/>
          </p:cNvSpPr>
          <p:nvPr>
            <p:ph/>
          </p:nvPr>
        </p:nvSpPr>
        <p:spPr>
          <a:xfrm>
            <a:off x="540000" y="1440000"/>
            <a:ext cx="9000000" cy="4050000"/>
          </a:xfrm>
          <a:prstGeom prst="rect">
            <a:avLst/>
          </a:prstGeom>
          <a:noFill/>
          <a:ln w="0">
            <a:noFill/>
          </a:ln>
        </p:spPr>
        <p:txBody>
          <a:bodyPr lIns="0" rIns="0" tIns="0" bIns="0" anchor="t">
            <a:normAutofit/>
          </a:bodyPr>
          <a:p>
            <a:pPr indent="0">
              <a:spcAft>
                <a:spcPts val="1057"/>
              </a:spcAft>
              <a:buNone/>
            </a:pPr>
            <a:endParaRPr b="0" lang="fr-FR" sz="2400" spc="-1" strike="noStrike">
              <a:solidFill>
                <a:srgbClr val="000000"/>
              </a:solidFill>
              <a:latin typeface="Noto San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1DAFDB77-96BB-4E3E-BDDF-9BE4F87D0864}"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Focus3">
    <p:spTree>
      <p:nvGrpSpPr>
        <p:cNvPr id="1" name=""/>
        <p:cNvGrpSpPr/>
        <p:nvPr/>
      </p:nvGrpSpPr>
      <p:grpSpPr>
        <a:xfrm>
          <a:off x="0" y="0"/>
          <a:ext cx="0" cy="0"/>
          <a:chOff x="0" y="0"/>
          <a:chExt cx="0" cy="0"/>
        </a:xfrm>
      </p:grpSpPr>
      <p:sp>
        <p:nvSpPr>
          <p:cNvPr id="72"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A15CB092-2008-4EC7-A1AC-7BBB824A3945}" type="slidenum">
              <a:t>&lt;#&gt;</a:t>
            </a:fld>
          </a:p>
        </p:txBody>
      </p:sp>
      <p:sp>
        <p:nvSpPr>
          <p:cNvPr id="5" name="PlaceHolder 4"/>
          <p:cNvSpPr>
            <a:spLocks noGrp="1"/>
          </p:cNvSpPr>
          <p:nvPr>
            <p:ph type="dt" idx="13"/>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cus3">
    <p:spTree>
      <p:nvGrpSpPr>
        <p:cNvPr id="1" name=""/>
        <p:cNvGrpSpPr/>
        <p:nvPr/>
      </p:nvGrpSpPr>
      <p:grpSpPr>
        <a:xfrm>
          <a:off x="0" y="0"/>
          <a:ext cx="0" cy="0"/>
          <a:chOff x="0" y="0"/>
          <a:chExt cx="0" cy="0"/>
        </a:xfrm>
      </p:grpSpPr>
      <p:sp>
        <p:nvSpPr>
          <p:cNvPr id="73"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74" name="PlaceHolder 2"/>
          <p:cNvSpPr>
            <a:spLocks noGrp="1"/>
          </p:cNvSpPr>
          <p:nvPr>
            <p:ph/>
          </p:nvPr>
        </p:nvSpPr>
        <p:spPr>
          <a:xfrm>
            <a:off x="540000" y="1440000"/>
            <a:ext cx="9000000" cy="4050000"/>
          </a:xfrm>
          <a:prstGeom prst="rect">
            <a:avLst/>
          </a:prstGeom>
          <a:noFill/>
          <a:ln w="0">
            <a:noFill/>
          </a:ln>
        </p:spPr>
        <p:txBody>
          <a:bodyPr lIns="0" rIns="0" tIns="0" bIns="0" anchor="t">
            <a:normAutofit/>
          </a:bodyPr>
          <a:p>
            <a:pPr indent="0">
              <a:spcAft>
                <a:spcPts val="1057"/>
              </a:spcAft>
              <a:buNone/>
            </a:pPr>
            <a:endParaRPr b="0" lang="fr-FR" sz="2400" spc="-1" strike="noStrike">
              <a:solidFill>
                <a:srgbClr val="000000"/>
              </a:solidFill>
              <a:latin typeface="Noto Sans"/>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7DD9328-5133-4F38-9CEC-1DC634B12B34}" type="slidenum">
              <a:t>&lt;#&gt;</a:t>
            </a:fld>
          </a:p>
        </p:txBody>
      </p:sp>
      <p:sp>
        <p:nvSpPr>
          <p:cNvPr id="6" name="PlaceHolder 5"/>
          <p:cNvSpPr>
            <a:spLocks noGrp="1"/>
          </p:cNvSpPr>
          <p:nvPr>
            <p:ph type="dt" idx="13"/>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List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C8FDA920-32A4-41BD-86BB-A7859842FD57}" type="slidenum">
              <a:t>&lt;#&gt;</a:t>
            </a:fld>
          </a:p>
        </p:txBody>
      </p:sp>
      <p:sp>
        <p:nvSpPr>
          <p:cNvPr id="5" name="PlaceHolder 4"/>
          <p:cNvSpPr>
            <a:spLocks noGrp="1"/>
          </p:cNvSpPr>
          <p:nvPr>
            <p:ph type="dt" idx="16"/>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ist Content">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8B3E3160-7CD5-440D-8EEB-AAE1A0162A9C}" type="slidenum">
              <a:t>&lt;#&gt;</a:t>
            </a:fld>
          </a:p>
        </p:txBody>
      </p:sp>
      <p:sp>
        <p:nvSpPr>
          <p:cNvPr id="4" name="PlaceHolder 3"/>
          <p:cNvSpPr>
            <a:spLocks noGrp="1"/>
          </p:cNvSpPr>
          <p:nvPr>
            <p:ph type="dt" idx="16"/>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Content _">
    <p:spTree>
      <p:nvGrpSpPr>
        <p:cNvPr id="1" name=""/>
        <p:cNvGrpSpPr/>
        <p:nvPr/>
      </p:nvGrpSpPr>
      <p:grpSpPr>
        <a:xfrm>
          <a:off x="0" y="0"/>
          <a:ext cx="0" cy="0"/>
          <a:chOff x="0" y="0"/>
          <a:chExt cx="0" cy="0"/>
        </a:xfrm>
      </p:grpSpPr>
      <p:sp>
        <p:nvSpPr>
          <p:cNvPr id="101"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B0CA24E-EEBE-4C60-8905-03E08E537662}" type="slidenum">
              <a:t>&lt;#&gt;</a:t>
            </a:fld>
          </a:p>
        </p:txBody>
      </p:sp>
      <p:sp>
        <p:nvSpPr>
          <p:cNvPr id="5" name="PlaceHolder 4"/>
          <p:cNvSpPr>
            <a:spLocks noGrp="1"/>
          </p:cNvSpPr>
          <p:nvPr>
            <p:ph type="dt" idx="19"/>
          </p:nvPr>
        </p:nvSpPr>
        <p:spPr/>
        <p:txBody>
          <a:bodyPr/>
          <a:p>
            <a:r>
              <a:rPr lang="fr-FR"/>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Left Bar White">
    <p:spTree>
      <p:nvGrpSpPr>
        <p:cNvPr id="1" name=""/>
        <p:cNvGrpSpPr/>
        <p:nvPr/>
      </p:nvGrpSpPr>
      <p:grpSpPr>
        <a:xfrm>
          <a:off x="0" y="0"/>
          <a:ext cx="0" cy="0"/>
          <a:chOff x="0" y="0"/>
          <a:chExt cx="0" cy="0"/>
        </a:xfrm>
      </p:grpSpPr>
      <p:sp>
        <p:nvSpPr>
          <p:cNvPr id="105"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iagram">
    <p:spTree>
      <p:nvGrpSpPr>
        <p:cNvPr id="1" name=""/>
        <p:cNvGrpSpPr/>
        <p:nvPr/>
      </p:nvGrpSpPr>
      <p:grpSpPr>
        <a:xfrm>
          <a:off x="0" y="0"/>
          <a:ext cx="0" cy="0"/>
          <a:chOff x="0" y="0"/>
          <a:chExt cx="0" cy="0"/>
        </a:xfrm>
      </p:grpSpPr>
      <p:sp>
        <p:nvSpPr>
          <p:cNvPr id="113"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2F6B5896-93DD-4D14-B0F4-F287C908F81D}" type="slidenum">
              <a:t>&lt;#&gt;</a:t>
            </a:fld>
          </a:p>
        </p:txBody>
      </p:sp>
      <p:sp>
        <p:nvSpPr>
          <p:cNvPr id="5" name="PlaceHolder 4"/>
          <p:cNvSpPr>
            <a:spLocks noGrp="1"/>
          </p:cNvSpPr>
          <p:nvPr>
            <p:ph type="dt" idx="22"/>
          </p:nvPr>
        </p:nvSpPr>
        <p:spPr/>
        <p:txBody>
          <a:bodyPr/>
          <a:p>
            <a:r>
              <a:rPr lang="fr-FR"/>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Left Bar">
    <p:spTree>
      <p:nvGrpSpPr>
        <p:cNvPr id="1" name=""/>
        <p:cNvGrpSpPr/>
        <p:nvPr/>
      </p:nvGrpSpPr>
      <p:grpSpPr>
        <a:xfrm>
          <a:off x="0" y="0"/>
          <a:ext cx="0" cy="0"/>
          <a:chOff x="0" y="0"/>
          <a:chExt cx="0" cy="0"/>
        </a:xfrm>
      </p:grpSpPr>
      <p:sp>
        <p:nvSpPr>
          <p:cNvPr id="120"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26"/>
          </p:nvPr>
        </p:nvSpPr>
        <p:spPr/>
        <p:txBody>
          <a:bodyPr/>
          <a:p>
            <a:r>
              <a:t>Footer</a:t>
            </a:r>
          </a:p>
        </p:txBody>
      </p:sp>
      <p:sp>
        <p:nvSpPr>
          <p:cNvPr id="4" name="PlaceHolder 3"/>
          <p:cNvSpPr>
            <a:spLocks noGrp="1"/>
          </p:cNvSpPr>
          <p:nvPr>
            <p:ph type="sldNum" idx="27"/>
          </p:nvPr>
        </p:nvSpPr>
        <p:spPr/>
        <p:txBody>
          <a:bodyPr/>
          <a:p>
            <a:fld id="{66F6FE40-A685-43ED-BBC8-2348193D4A36}" type="slidenum">
              <a:t>&lt;#&gt;</a:t>
            </a:fld>
          </a:p>
        </p:txBody>
      </p:sp>
      <p:sp>
        <p:nvSpPr>
          <p:cNvPr id="5" name="PlaceHolder 4"/>
          <p:cNvSpPr>
            <a:spLocks noGrp="1"/>
          </p:cNvSpPr>
          <p:nvPr>
            <p:ph type="dt" idx="25"/>
          </p:nvPr>
        </p:nvSpPr>
        <p:spPr/>
        <p:txBody>
          <a:bodyPr/>
          <a:p>
            <a:r>
              <a:rPr lang="fr-FR"/>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pira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88253E0-F67C-4E04-A2BA-71C6ADBFC58C}" type="slidenum">
              <a:t>&lt;#&gt;</a:t>
            </a:fld>
          </a:p>
        </p:txBody>
      </p:sp>
      <p:sp>
        <p:nvSpPr>
          <p:cNvPr id="4" name="PlaceHolder 3"/>
          <p:cNvSpPr>
            <a:spLocks noGrp="1"/>
          </p:cNvSpPr>
          <p:nvPr>
            <p:ph type="dt" idx="28"/>
          </p:nvPr>
        </p:nvSpPr>
        <p:spPr/>
        <p:txBody>
          <a:bodyPr/>
          <a:p>
            <a:r>
              <a:rPr lang="fr-FR"/>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Inspiration">
    <p:spTree>
      <p:nvGrpSpPr>
        <p:cNvPr id="1" name=""/>
        <p:cNvGrpSpPr/>
        <p:nvPr/>
      </p:nvGrpSpPr>
      <p:grpSpPr>
        <a:xfrm>
          <a:off x="0" y="0"/>
          <a:ext cx="0" cy="0"/>
          <a:chOff x="0" y="0"/>
          <a:chExt cx="0" cy="0"/>
        </a:xfrm>
      </p:grpSpPr>
      <p:sp>
        <p:nvSpPr>
          <p:cNvPr id="133"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134" name="PlaceHolder 2"/>
          <p:cNvSpPr>
            <a:spLocks noGrp="1"/>
          </p:cNvSpPr>
          <p:nvPr>
            <p:ph type="subTitle"/>
          </p:nvPr>
        </p:nvSpPr>
        <p:spPr>
          <a:xfrm>
            <a:off x="540000" y="1440000"/>
            <a:ext cx="9000000" cy="4050000"/>
          </a:xfrm>
          <a:prstGeom prst="rect">
            <a:avLst/>
          </a:prstGeom>
          <a:noFill/>
          <a:ln w="0">
            <a:noFill/>
          </a:ln>
        </p:spPr>
        <p:txBody>
          <a:bodyPr lIns="0" rIns="0" tIns="0" bIns="0" anchor="ctr">
            <a:noAutofit/>
          </a:bodyPr>
          <a:p>
            <a:pPr indent="0" algn="ctr">
              <a:buNone/>
            </a:pPr>
            <a:endParaRPr b="1" lang="fr-FR" sz="4000" spc="-1" strike="noStrike">
              <a:solidFill>
                <a:srgbClr val="009eda"/>
              </a:solidFill>
              <a:latin typeface="Noto Sans"/>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C886C38D-BC66-4DDE-ACD5-4B9C481C51FC}" type="slidenum">
              <a:t>&lt;#&gt;</a:t>
            </a:fld>
          </a:p>
        </p:txBody>
      </p:sp>
      <p:sp>
        <p:nvSpPr>
          <p:cNvPr id="6" name="PlaceHolder 5"/>
          <p:cNvSpPr>
            <a:spLocks noGrp="1"/>
          </p:cNvSpPr>
          <p:nvPr>
            <p:ph type="dt" idx="28"/>
          </p:nvPr>
        </p:nvSpPr>
        <p:spPr/>
        <p:txBody>
          <a:bodyPr/>
          <a:p>
            <a:r>
              <a:rPr lang="fr-FR"/>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1">
    <p:spTree>
      <p:nvGrpSpPr>
        <p:cNvPr id="1" name=""/>
        <p:cNvGrpSpPr/>
        <p:nvPr/>
      </p:nvGrpSpPr>
      <p:grpSpPr>
        <a:xfrm>
          <a:off x="0" y="0"/>
          <a:ext cx="0" cy="0"/>
          <a:chOff x="0" y="0"/>
          <a:chExt cx="0" cy="0"/>
        </a:xfrm>
      </p:grpSpPr>
      <p:sp>
        <p:nvSpPr>
          <p:cNvPr id="155"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156" name="PlaceHolder 2"/>
          <p:cNvSpPr>
            <a:spLocks noGrp="1"/>
          </p:cNvSpPr>
          <p:nvPr>
            <p:ph type="subTitle"/>
          </p:nvPr>
        </p:nvSpPr>
        <p:spPr>
          <a:xfrm>
            <a:off x="540000" y="1440000"/>
            <a:ext cx="9000000" cy="4050000"/>
          </a:xfrm>
          <a:prstGeom prst="rect">
            <a:avLst/>
          </a:prstGeom>
          <a:noFill/>
          <a:ln w="0">
            <a:noFill/>
          </a:ln>
        </p:spPr>
        <p:txBody>
          <a:bodyPr lIns="0" rIns="0" tIns="0" bIns="0" anchor="ctr">
            <a:noAutofit/>
          </a:bodyPr>
          <a:p>
            <a:pPr indent="0" algn="ctr">
              <a:buNone/>
            </a:pPr>
            <a:endParaRPr b="1" lang="fr-FR" sz="4000" spc="-1" strike="noStrike">
              <a:solidFill>
                <a:srgbClr val="009eda"/>
              </a:solidFill>
              <a:latin typeface="Noto Sans"/>
            </a:endParaRPr>
          </a:p>
        </p:txBody>
      </p:sp>
      <p:sp>
        <p:nvSpPr>
          <p:cNvPr id="4" name="PlaceHolder 3"/>
          <p:cNvSpPr>
            <a:spLocks noGrp="1"/>
          </p:cNvSpPr>
          <p:nvPr>
            <p:ph type="ftr" idx="32"/>
          </p:nvPr>
        </p:nvSpPr>
        <p:spPr/>
        <p:txBody>
          <a:bodyPr/>
          <a:p>
            <a:r>
              <a:t>Footer</a:t>
            </a:r>
          </a:p>
        </p:txBody>
      </p:sp>
      <p:sp>
        <p:nvSpPr>
          <p:cNvPr id="5" name="PlaceHolder 4"/>
          <p:cNvSpPr>
            <a:spLocks noGrp="1"/>
          </p:cNvSpPr>
          <p:nvPr>
            <p:ph type="sldNum" idx="33"/>
          </p:nvPr>
        </p:nvSpPr>
        <p:spPr/>
        <p:txBody>
          <a:bodyPr/>
          <a:p>
            <a:fld id="{D32B664C-2BE4-428E-BDB6-92F2933B2262}" type="slidenum">
              <a:t>&lt;#&gt;</a:t>
            </a:fld>
          </a:p>
        </p:txBody>
      </p:sp>
      <p:sp>
        <p:nvSpPr>
          <p:cNvPr id="6" name="PlaceHolder 5"/>
          <p:cNvSpPr>
            <a:spLocks noGrp="1"/>
          </p:cNvSpPr>
          <p:nvPr>
            <p:ph type="dt" idx="31"/>
          </p:nvPr>
        </p:nvSpPr>
        <p:spPr/>
        <p:txBody>
          <a:bodyPr/>
          <a:p>
            <a:r>
              <a:rPr lang="fr-FR"/>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1">
    <p:spTree>
      <p:nvGrpSpPr>
        <p:cNvPr id="1" name=""/>
        <p:cNvGrpSpPr/>
        <p:nvPr/>
      </p:nvGrpSpPr>
      <p:grpSpPr>
        <a:xfrm>
          <a:off x="0" y="0"/>
          <a:ext cx="0" cy="0"/>
          <a:chOff x="0" y="0"/>
          <a:chExt cx="0" cy="0"/>
        </a:xfrm>
      </p:grpSpPr>
      <p:sp>
        <p:nvSpPr>
          <p:cNvPr id="157"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158" name="PlaceHolder 2"/>
          <p:cNvSpPr>
            <a:spLocks noGrp="1"/>
          </p:cNvSpPr>
          <p:nvPr>
            <p:ph/>
          </p:nvPr>
        </p:nvSpPr>
        <p:spPr>
          <a:xfrm>
            <a:off x="540000" y="1440000"/>
            <a:ext cx="9000000" cy="4050000"/>
          </a:xfrm>
          <a:prstGeom prst="rect">
            <a:avLst/>
          </a:prstGeom>
          <a:noFill/>
          <a:ln w="0">
            <a:noFill/>
          </a:ln>
        </p:spPr>
        <p:txBody>
          <a:bodyPr lIns="0" rIns="0" tIns="0" bIns="0" anchor="t">
            <a:normAutofit/>
          </a:bodyPr>
          <a:p>
            <a:pPr indent="0">
              <a:spcAft>
                <a:spcPts val="1057"/>
              </a:spcAft>
              <a:buNone/>
            </a:pPr>
            <a:endParaRPr b="0" lang="fr-FR" sz="2400" spc="-1" strike="noStrike">
              <a:solidFill>
                <a:srgbClr val="000000"/>
              </a:solidFill>
              <a:latin typeface="Noto Sans"/>
            </a:endParaRPr>
          </a:p>
        </p:txBody>
      </p:sp>
      <p:sp>
        <p:nvSpPr>
          <p:cNvPr id="4" name="PlaceHolder 3"/>
          <p:cNvSpPr>
            <a:spLocks noGrp="1"/>
          </p:cNvSpPr>
          <p:nvPr>
            <p:ph type="ftr" idx="32"/>
          </p:nvPr>
        </p:nvSpPr>
        <p:spPr/>
        <p:txBody>
          <a:bodyPr/>
          <a:p>
            <a:r>
              <a:t>Footer</a:t>
            </a:r>
          </a:p>
        </p:txBody>
      </p:sp>
      <p:sp>
        <p:nvSpPr>
          <p:cNvPr id="5" name="PlaceHolder 4"/>
          <p:cNvSpPr>
            <a:spLocks noGrp="1"/>
          </p:cNvSpPr>
          <p:nvPr>
            <p:ph type="sldNum" idx="33"/>
          </p:nvPr>
        </p:nvSpPr>
        <p:spPr/>
        <p:txBody>
          <a:bodyPr/>
          <a:p>
            <a:fld id="{9AE04605-A39D-4717-A690-A5376FF8B17D}" type="slidenum">
              <a:t>&lt;#&gt;</a:t>
            </a:fld>
          </a:p>
        </p:txBody>
      </p:sp>
      <p:sp>
        <p:nvSpPr>
          <p:cNvPr id="6" name="PlaceHolder 5"/>
          <p:cNvSpPr>
            <a:spLocks noGrp="1"/>
          </p:cNvSpPr>
          <p:nvPr>
            <p:ph type="dt" idx="31"/>
          </p:nvPr>
        </p:nvSpPr>
        <p:spPr/>
        <p:txBody>
          <a:bodyPr/>
          <a:p>
            <a:r>
              <a:rPr lang="fr-FR"/>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Vivid2">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EDA7E4A4-A8AC-4F74-A525-267639E80F2B}" type="slidenum">
              <a:t>&lt;#&gt;</a:t>
            </a:fld>
          </a:p>
        </p:txBody>
      </p:sp>
      <p:sp>
        <p:nvSpPr>
          <p:cNvPr id="4" name="PlaceHolder 3"/>
          <p:cNvSpPr>
            <a:spLocks noGrp="1"/>
          </p:cNvSpPr>
          <p:nvPr>
            <p:ph type="dt" idx="34"/>
          </p:nvPr>
        </p:nvSpPr>
        <p:spPr/>
        <p:txBody>
          <a:bodyPr/>
          <a:p>
            <a:r>
              <a:rPr lang="fr-FR"/>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One Bullet">
    <p:spTree>
      <p:nvGrpSpPr>
        <p:cNvPr id="1" name=""/>
        <p:cNvGrpSpPr/>
        <p:nvPr/>
      </p:nvGrpSpPr>
      <p:grpSpPr>
        <a:xfrm>
          <a:off x="0" y="0"/>
          <a:ext cx="0" cy="0"/>
          <a:chOff x="0" y="0"/>
          <a:chExt cx="0" cy="0"/>
        </a:xfrm>
      </p:grpSpPr>
      <p:sp>
        <p:nvSpPr>
          <p:cNvPr id="172"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3" name="PlaceHolder 2"/>
          <p:cNvSpPr>
            <a:spLocks noGrp="1"/>
          </p:cNvSpPr>
          <p:nvPr>
            <p:ph type="ftr" idx="38"/>
          </p:nvPr>
        </p:nvSpPr>
        <p:spPr/>
        <p:txBody>
          <a:bodyPr/>
          <a:p>
            <a:r>
              <a:t>Footer</a:t>
            </a:r>
          </a:p>
        </p:txBody>
      </p:sp>
      <p:sp>
        <p:nvSpPr>
          <p:cNvPr id="4" name="PlaceHolder 3"/>
          <p:cNvSpPr>
            <a:spLocks noGrp="1"/>
          </p:cNvSpPr>
          <p:nvPr>
            <p:ph type="sldNum" idx="39"/>
          </p:nvPr>
        </p:nvSpPr>
        <p:spPr/>
        <p:txBody>
          <a:bodyPr/>
          <a:p>
            <a:fld id="{1612936D-A2F1-469F-933F-3A81079DB134}" type="slidenum">
              <a:t>&lt;#&gt;</a:t>
            </a:fld>
          </a:p>
        </p:txBody>
      </p:sp>
      <p:sp>
        <p:nvSpPr>
          <p:cNvPr id="5" name="PlaceHolder 4"/>
          <p:cNvSpPr>
            <a:spLocks noGrp="1"/>
          </p:cNvSpPr>
          <p:nvPr>
            <p:ph type="dt" idx="37"/>
          </p:nvPr>
        </p:nvSpPr>
        <p:spPr/>
        <p:txBody>
          <a:bodyPr/>
          <a:p>
            <a:r>
              <a:rPr lang="fr-FR"/>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One Bullet">
    <p:spTree>
      <p:nvGrpSpPr>
        <p:cNvPr id="1" name=""/>
        <p:cNvGrpSpPr/>
        <p:nvPr/>
      </p:nvGrpSpPr>
      <p:grpSpPr>
        <a:xfrm>
          <a:off x="0" y="0"/>
          <a:ext cx="0" cy="0"/>
          <a:chOff x="0" y="0"/>
          <a:chExt cx="0" cy="0"/>
        </a:xfrm>
      </p:grpSpPr>
      <p:sp>
        <p:nvSpPr>
          <p:cNvPr id="173"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a:bodyPr>
          <a:p>
            <a:pPr indent="0">
              <a:buNone/>
            </a:pPr>
            <a:endParaRPr b="0" lang="fr-FR" sz="4500" spc="-1" strike="noStrike">
              <a:solidFill>
                <a:srgbClr val="04617b"/>
              </a:solidFill>
              <a:latin typeface="Noto Sans"/>
            </a:endParaRPr>
          </a:p>
        </p:txBody>
      </p:sp>
      <p:sp>
        <p:nvSpPr>
          <p:cNvPr id="174" name="PlaceHolder 2"/>
          <p:cNvSpPr>
            <a:spLocks noGrp="1"/>
          </p:cNvSpPr>
          <p:nvPr>
            <p:ph/>
          </p:nvPr>
        </p:nvSpPr>
        <p:spPr>
          <a:xfrm>
            <a:off x="540000" y="1440000"/>
            <a:ext cx="9000000" cy="4050000"/>
          </a:xfrm>
          <a:prstGeom prst="rect">
            <a:avLst/>
          </a:prstGeom>
          <a:noFill/>
          <a:ln w="0">
            <a:noFill/>
          </a:ln>
        </p:spPr>
        <p:txBody>
          <a:bodyPr lIns="0" rIns="0" tIns="0" bIns="0" anchor="t">
            <a:normAutofit/>
          </a:bodyPr>
          <a:p>
            <a:pPr indent="0">
              <a:spcAft>
                <a:spcPts val="1057"/>
              </a:spcAft>
              <a:buNone/>
            </a:pPr>
            <a:endParaRPr b="0" lang="fr-FR" sz="2400" spc="-1" strike="noStrike">
              <a:solidFill>
                <a:srgbClr val="000000"/>
              </a:solidFill>
              <a:latin typeface="Noto Sans"/>
            </a:endParaRPr>
          </a:p>
        </p:txBody>
      </p:sp>
      <p:sp>
        <p:nvSpPr>
          <p:cNvPr id="4" name="PlaceHolder 3"/>
          <p:cNvSpPr>
            <a:spLocks noGrp="1"/>
          </p:cNvSpPr>
          <p:nvPr>
            <p:ph type="ftr" idx="38"/>
          </p:nvPr>
        </p:nvSpPr>
        <p:spPr/>
        <p:txBody>
          <a:bodyPr/>
          <a:p>
            <a:r>
              <a:t>Footer</a:t>
            </a:r>
          </a:p>
        </p:txBody>
      </p:sp>
      <p:sp>
        <p:nvSpPr>
          <p:cNvPr id="5" name="PlaceHolder 4"/>
          <p:cNvSpPr>
            <a:spLocks noGrp="1"/>
          </p:cNvSpPr>
          <p:nvPr>
            <p:ph type="sldNum" idx="39"/>
          </p:nvPr>
        </p:nvSpPr>
        <p:spPr/>
        <p:txBody>
          <a:bodyPr/>
          <a:p>
            <a:fld id="{84B27B8C-68D0-4E30-81CD-D07D17ABD12B}" type="slidenum">
              <a:t>&lt;#&gt;</a:t>
            </a:fld>
          </a:p>
        </p:txBody>
      </p:sp>
      <p:sp>
        <p:nvSpPr>
          <p:cNvPr id="6" name="PlaceHolder 5"/>
          <p:cNvSpPr>
            <a:spLocks noGrp="1"/>
          </p:cNvSpPr>
          <p:nvPr>
            <p:ph type="dt" idx="37"/>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Relationship Id="rId3"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Relationship Id="rId3" Type="http://schemas.openxmlformats.org/officeDocument/2006/relationships/slideLayout" Target="../slideLayouts/slideLayout8.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9.xml"/><Relationship Id="rId3" Type="http://schemas.openxmlformats.org/officeDocument/2006/relationships/slideLayout" Target="../slideLayouts/slideLayout10.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1.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2.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3.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4.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7.xml"/><Relationship Id="rId3" Type="http://schemas.openxmlformats.org/officeDocument/2006/relationships/slideLayout" Target="../slideLayouts/slideLayout18.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9.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3.jpeg"/><Relationship Id="rId3" Type="http://schemas.openxmlformats.org/officeDocument/2006/relationships/slideLayout" Target="../slideLayouts/slideLayout20.xml"/><Relationship Id="rId4"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flipH="1" flipV="1">
            <a:off x="0" y="4500000"/>
            <a:ext cx="10080000" cy="1170000"/>
          </a:xfrm>
          <a:prstGeom prst="flowChartDocument">
            <a:avLst/>
          </a:prstGeom>
          <a:gradFill rotWithShape="0">
            <a:gsLst>
              <a:gs pos="0">
                <a:srgbClr val="6fc8fa"/>
              </a:gs>
              <a:gs pos="1563">
                <a:srgbClr val="6fc8fa"/>
              </a:gs>
              <a:gs pos="1563">
                <a:srgbClr val="6ec7f9"/>
              </a:gs>
              <a:gs pos="3125">
                <a:srgbClr val="6ec7f9"/>
              </a:gs>
              <a:gs pos="3125">
                <a:srgbClr val="6dc7f9"/>
              </a:gs>
              <a:gs pos="4688">
                <a:srgbClr val="6dc7f9"/>
              </a:gs>
              <a:gs pos="4688">
                <a:srgbClr val="6cc6f8"/>
              </a:gs>
              <a:gs pos="6250">
                <a:srgbClr val="6cc6f8"/>
              </a:gs>
              <a:gs pos="6250">
                <a:srgbClr val="6cc5f8"/>
              </a:gs>
              <a:gs pos="7813">
                <a:srgbClr val="6cc5f8"/>
              </a:gs>
              <a:gs pos="7813">
                <a:srgbClr val="6bc5f7"/>
              </a:gs>
              <a:gs pos="9375">
                <a:srgbClr val="6bc5f7"/>
              </a:gs>
              <a:gs pos="9375">
                <a:srgbClr val="6ac4f7"/>
              </a:gs>
              <a:gs pos="10938">
                <a:srgbClr val="6ac4f7"/>
              </a:gs>
              <a:gs pos="10938">
                <a:srgbClr val="69c3f6"/>
              </a:gs>
              <a:gs pos="12500">
                <a:srgbClr val="69c3f6"/>
              </a:gs>
              <a:gs pos="12500">
                <a:srgbClr val="68c3f6"/>
              </a:gs>
              <a:gs pos="14063">
                <a:srgbClr val="68c3f6"/>
              </a:gs>
              <a:gs pos="14063">
                <a:srgbClr val="67c2f5"/>
              </a:gs>
              <a:gs pos="15625">
                <a:srgbClr val="67c2f5"/>
              </a:gs>
              <a:gs pos="15625">
                <a:srgbClr val="66c1f4"/>
              </a:gs>
              <a:gs pos="17188">
                <a:srgbClr val="66c1f4"/>
              </a:gs>
              <a:gs pos="17188">
                <a:srgbClr val="66c1f4"/>
              </a:gs>
              <a:gs pos="18750">
                <a:srgbClr val="66c1f4"/>
              </a:gs>
              <a:gs pos="18750">
                <a:srgbClr val="65c0f3"/>
              </a:gs>
              <a:gs pos="20313">
                <a:srgbClr val="65c0f3"/>
              </a:gs>
              <a:gs pos="20313">
                <a:srgbClr val="64bff3"/>
              </a:gs>
              <a:gs pos="21875">
                <a:srgbClr val="64bff3"/>
              </a:gs>
              <a:gs pos="21875">
                <a:srgbClr val="63bff2"/>
              </a:gs>
              <a:gs pos="23438">
                <a:srgbClr val="63bff2"/>
              </a:gs>
              <a:gs pos="23438">
                <a:srgbClr val="62bef2"/>
              </a:gs>
              <a:gs pos="25000">
                <a:srgbClr val="62bef2"/>
              </a:gs>
              <a:gs pos="25000">
                <a:srgbClr val="61bdf1"/>
              </a:gs>
              <a:gs pos="26563">
                <a:srgbClr val="61bdf1"/>
              </a:gs>
              <a:gs pos="26563">
                <a:srgbClr val="60bdf1"/>
              </a:gs>
              <a:gs pos="28125">
                <a:srgbClr val="60bdf1"/>
              </a:gs>
              <a:gs pos="28125">
                <a:srgbClr val="60bcf0"/>
              </a:gs>
              <a:gs pos="29688">
                <a:srgbClr val="60bcf0"/>
              </a:gs>
              <a:gs pos="29688">
                <a:srgbClr val="5fbbef"/>
              </a:gs>
              <a:gs pos="31250">
                <a:srgbClr val="5fbbef"/>
              </a:gs>
              <a:gs pos="31250">
                <a:srgbClr val="5ebbef"/>
              </a:gs>
              <a:gs pos="32813">
                <a:srgbClr val="5ebbef"/>
              </a:gs>
              <a:gs pos="32813">
                <a:srgbClr val="5dbaee"/>
              </a:gs>
              <a:gs pos="34375">
                <a:srgbClr val="5dbaee"/>
              </a:gs>
              <a:gs pos="34375">
                <a:srgbClr val="5cb9ee"/>
              </a:gs>
              <a:gs pos="35938">
                <a:srgbClr val="5cb9ee"/>
              </a:gs>
              <a:gs pos="35938">
                <a:srgbClr val="5bb9ed"/>
              </a:gs>
              <a:gs pos="37500">
                <a:srgbClr val="5bb9ed"/>
              </a:gs>
              <a:gs pos="37500">
                <a:srgbClr val="5ab8ed"/>
              </a:gs>
              <a:gs pos="39063">
                <a:srgbClr val="5ab8ed"/>
              </a:gs>
              <a:gs pos="39063">
                <a:srgbClr val="5ab7ec"/>
              </a:gs>
              <a:gs pos="40625">
                <a:srgbClr val="5ab7ec"/>
              </a:gs>
              <a:gs pos="40625">
                <a:srgbClr val="59b7ec"/>
              </a:gs>
              <a:gs pos="42188">
                <a:srgbClr val="59b7ec"/>
              </a:gs>
              <a:gs pos="42188">
                <a:srgbClr val="58b6eb"/>
              </a:gs>
              <a:gs pos="43750">
                <a:srgbClr val="58b6eb"/>
              </a:gs>
              <a:gs pos="43750">
                <a:srgbClr val="57b5ea"/>
              </a:gs>
              <a:gs pos="45313">
                <a:srgbClr val="57b5ea"/>
              </a:gs>
              <a:gs pos="45313">
                <a:srgbClr val="56b5ea"/>
              </a:gs>
              <a:gs pos="46875">
                <a:srgbClr val="56b5ea"/>
              </a:gs>
              <a:gs pos="46875">
                <a:srgbClr val="55b4e9"/>
              </a:gs>
              <a:gs pos="48438">
                <a:srgbClr val="55b4e9"/>
              </a:gs>
              <a:gs pos="48438">
                <a:srgbClr val="54b3e9"/>
              </a:gs>
              <a:gs pos="50000">
                <a:srgbClr val="54b3e9"/>
              </a:gs>
              <a:gs pos="50000">
                <a:srgbClr val="54b3e8"/>
              </a:gs>
              <a:gs pos="51563">
                <a:srgbClr val="54b3e8"/>
              </a:gs>
              <a:gs pos="51563">
                <a:srgbClr val="53b2e8"/>
              </a:gs>
              <a:gs pos="53125">
                <a:srgbClr val="53b2e8"/>
              </a:gs>
              <a:gs pos="53125">
                <a:srgbClr val="52b1e7"/>
              </a:gs>
              <a:gs pos="54688">
                <a:srgbClr val="52b1e7"/>
              </a:gs>
              <a:gs pos="54688">
                <a:srgbClr val="51b1e7"/>
              </a:gs>
              <a:gs pos="56250">
                <a:srgbClr val="51b1e7"/>
              </a:gs>
              <a:gs pos="56250">
                <a:srgbClr val="50b0e6"/>
              </a:gs>
              <a:gs pos="57813">
                <a:srgbClr val="50b0e6"/>
              </a:gs>
              <a:gs pos="57813">
                <a:srgbClr val="4fafe5"/>
              </a:gs>
              <a:gs pos="59375">
                <a:srgbClr val="4fafe5"/>
              </a:gs>
              <a:gs pos="59375">
                <a:srgbClr val="4eafe5"/>
              </a:gs>
              <a:gs pos="60938">
                <a:srgbClr val="4eafe5"/>
              </a:gs>
              <a:gs pos="60938">
                <a:srgbClr val="4eaee4"/>
              </a:gs>
              <a:gs pos="62500">
                <a:srgbClr val="4eaee4"/>
              </a:gs>
              <a:gs pos="62500">
                <a:srgbClr val="4dade4"/>
              </a:gs>
              <a:gs pos="64063">
                <a:srgbClr val="4dade4"/>
              </a:gs>
              <a:gs pos="64063">
                <a:srgbClr val="4cade3"/>
              </a:gs>
              <a:gs pos="65625">
                <a:srgbClr val="4cade3"/>
              </a:gs>
              <a:gs pos="65625">
                <a:srgbClr val="4bace3"/>
              </a:gs>
              <a:gs pos="67188">
                <a:srgbClr val="4bace3"/>
              </a:gs>
              <a:gs pos="67188">
                <a:srgbClr val="4aabe2"/>
              </a:gs>
              <a:gs pos="68750">
                <a:srgbClr val="4aabe2"/>
              </a:gs>
              <a:gs pos="68750">
                <a:srgbClr val="49abe2"/>
              </a:gs>
              <a:gs pos="70313">
                <a:srgbClr val="49abe2"/>
              </a:gs>
              <a:gs pos="70313">
                <a:srgbClr val="48aae1"/>
              </a:gs>
              <a:gs pos="71875">
                <a:srgbClr val="48aae1"/>
              </a:gs>
              <a:gs pos="71875">
                <a:srgbClr val="48a9e0"/>
              </a:gs>
              <a:gs pos="73438">
                <a:srgbClr val="48a9e0"/>
              </a:gs>
              <a:gs pos="73438">
                <a:srgbClr val="47a9e0"/>
              </a:gs>
              <a:gs pos="75000">
                <a:srgbClr val="47a9e0"/>
              </a:gs>
              <a:gs pos="75000">
                <a:srgbClr val="46a8df"/>
              </a:gs>
              <a:gs pos="76563">
                <a:srgbClr val="46a8df"/>
              </a:gs>
              <a:gs pos="76563">
                <a:srgbClr val="45a7df"/>
              </a:gs>
              <a:gs pos="78125">
                <a:srgbClr val="45a7df"/>
              </a:gs>
              <a:gs pos="78125">
                <a:srgbClr val="44a7de"/>
              </a:gs>
              <a:gs pos="79688">
                <a:srgbClr val="44a7de"/>
              </a:gs>
              <a:gs pos="79688">
                <a:srgbClr val="43a6de"/>
              </a:gs>
              <a:gs pos="81250">
                <a:srgbClr val="43a6de"/>
              </a:gs>
              <a:gs pos="81250">
                <a:srgbClr val="42a5dd"/>
              </a:gs>
              <a:gs pos="82813">
                <a:srgbClr val="42a5dd"/>
              </a:gs>
              <a:gs pos="82813">
                <a:srgbClr val="42a5dd"/>
              </a:gs>
              <a:gs pos="84375">
                <a:srgbClr val="42a5dd"/>
              </a:gs>
              <a:gs pos="84375">
                <a:srgbClr val="41a4dc"/>
              </a:gs>
              <a:gs pos="85938">
                <a:srgbClr val="41a4dc"/>
              </a:gs>
              <a:gs pos="85938">
                <a:srgbClr val="40a3db"/>
              </a:gs>
              <a:gs pos="87500">
                <a:srgbClr val="40a3db"/>
              </a:gs>
              <a:gs pos="87500">
                <a:srgbClr val="3fa3db"/>
              </a:gs>
              <a:gs pos="89063">
                <a:srgbClr val="3fa3db"/>
              </a:gs>
              <a:gs pos="89063">
                <a:srgbClr val="3ea2da"/>
              </a:gs>
              <a:gs pos="90625">
                <a:srgbClr val="3ea2da"/>
              </a:gs>
              <a:gs pos="90625">
                <a:srgbClr val="3da1da"/>
              </a:gs>
              <a:gs pos="92188">
                <a:srgbClr val="3da1da"/>
              </a:gs>
              <a:gs pos="92188">
                <a:srgbClr val="3ca1d9"/>
              </a:gs>
              <a:gs pos="93750">
                <a:srgbClr val="3ca1d9"/>
              </a:gs>
              <a:gs pos="93750">
                <a:srgbClr val="3ca0d9"/>
              </a:gs>
              <a:gs pos="95313">
                <a:srgbClr val="3ca0d9"/>
              </a:gs>
              <a:gs pos="95313">
                <a:srgbClr val="3b9fd8"/>
              </a:gs>
              <a:gs pos="96875">
                <a:srgbClr val="3b9fd8"/>
              </a:gs>
              <a:gs pos="96875">
                <a:srgbClr val="3a9fd8"/>
              </a:gs>
              <a:gs pos="98438">
                <a:srgbClr val="3a9fd8"/>
              </a:gs>
              <a:gs pos="98438">
                <a:srgbClr val="399ed7"/>
              </a:gs>
              <a:gs pos="100000">
                <a:srgbClr val="399ed7"/>
              </a:gs>
            </a:gsLst>
            <a:lin ang="36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1" name="PlaceHolder 1"/>
          <p:cNvSpPr>
            <a:spLocks noGrp="1"/>
          </p:cNvSpPr>
          <p:nvPr>
            <p:ph type="title"/>
          </p:nvPr>
        </p:nvSpPr>
        <p:spPr>
          <a:xfrm>
            <a:off x="0" y="1620000"/>
            <a:ext cx="9000000" cy="1080000"/>
          </a:xfrm>
          <a:prstGeom prst="rect">
            <a:avLst/>
          </a:prstGeom>
          <a:noFill/>
          <a:ln w="0">
            <a:noFill/>
          </a:ln>
        </p:spPr>
        <p:txBody>
          <a:bodyPr lIns="0" rIns="0" tIns="0" bIns="0" anchor="ctr">
            <a:noAutofit/>
          </a:bodyPr>
          <a:p>
            <a:pPr indent="0" algn="ctr">
              <a:buNone/>
            </a:pPr>
            <a:r>
              <a:rPr b="0" lang="fr-FR" sz="3300" spc="-1" strike="noStrike">
                <a:solidFill>
                  <a:srgbClr val="dd4100"/>
                </a:solidFill>
                <a:latin typeface="Arial"/>
              </a:rPr>
              <a:t>Cliquez pour éditer le format du texte-titre</a:t>
            </a:r>
            <a:endParaRPr b="0" lang="fr-FR" sz="3300" spc="-1" strike="noStrike">
              <a:solidFill>
                <a:srgbClr val="dd4100"/>
              </a:solidFill>
              <a:latin typeface="Arial"/>
            </a:endParaRPr>
          </a:p>
        </p:txBody>
      </p:sp>
      <p:sp>
        <p:nvSpPr>
          <p:cNvPr id="2" name="PlaceHolder 2"/>
          <p:cNvSpPr>
            <a:spLocks noGrp="1"/>
          </p:cNvSpPr>
          <p:nvPr>
            <p:ph type="body"/>
          </p:nvPr>
        </p:nvSpPr>
        <p:spPr>
          <a:xfrm>
            <a:off x="360000" y="2880000"/>
            <a:ext cx="9360000" cy="1620000"/>
          </a:xfrm>
          <a:prstGeom prst="rect">
            <a:avLst/>
          </a:prstGeom>
          <a:noFill/>
          <a:ln w="0">
            <a:noFill/>
          </a:ln>
        </p:spPr>
        <p:txBody>
          <a:bodyPr lIns="0" rIns="0" tIns="0" bIns="0" anchor="t">
            <a:normAutofit fontScale="76219"/>
          </a:bodyPr>
          <a:p>
            <a:pPr marL="432000" indent="-324000">
              <a:spcBef>
                <a:spcPts val="1060"/>
              </a:spcBef>
              <a:buClr>
                <a:srgbClr val="77caee"/>
              </a:buClr>
              <a:buSzPct val="45000"/>
              <a:buFont typeface="Wingdings" charset="2"/>
              <a:buChar char=""/>
            </a:pPr>
            <a:r>
              <a:rPr b="0" lang="fr-FR" sz="2400" spc="-1" strike="noStrike">
                <a:solidFill>
                  <a:srgbClr val="009bdd"/>
                </a:solidFill>
                <a:latin typeface="Arial"/>
              </a:rPr>
              <a:t>Cliquez pour éditer le format du plan de texte</a:t>
            </a:r>
            <a:endParaRPr b="0" lang="fr-FR"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fr-FR" sz="2100" spc="-1" strike="noStrike">
                <a:solidFill>
                  <a:srgbClr val="009bdd"/>
                </a:solidFill>
                <a:latin typeface="Arial"/>
              </a:rPr>
              <a:t>Second niveau de plan</a:t>
            </a:r>
            <a:endParaRPr b="0" lang="fr-FR"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fr-FR" sz="1800" spc="-1" strike="noStrike">
                <a:solidFill>
                  <a:srgbClr val="009bdd"/>
                </a:solidFill>
                <a:latin typeface="Arial"/>
              </a:rPr>
              <a:t>Troisième niveau de plan</a:t>
            </a:r>
            <a:endParaRPr b="0" lang="fr-FR"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fr-FR" sz="1500" spc="-1" strike="noStrike">
                <a:solidFill>
                  <a:srgbClr val="009bdd"/>
                </a:solidFill>
                <a:latin typeface="Arial"/>
              </a:rPr>
              <a:t>Quatrième niveau de plan</a:t>
            </a:r>
            <a:endParaRPr b="0" lang="fr-FR"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fr-FR" sz="1500" spc="-1" strike="noStrike">
                <a:solidFill>
                  <a:srgbClr val="009bdd"/>
                </a:solidFill>
                <a:latin typeface="Arial"/>
              </a:rPr>
              <a:t>Cinquième niveau de plan</a:t>
            </a:r>
            <a:endParaRPr b="0" lang="fr-FR"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fr-FR" sz="1500" spc="-1" strike="noStrike">
                <a:solidFill>
                  <a:srgbClr val="009bdd"/>
                </a:solidFill>
                <a:latin typeface="Arial"/>
              </a:rPr>
              <a:t>Sixième niveau de plan</a:t>
            </a:r>
            <a:endParaRPr b="0" lang="fr-FR"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fr-FR" sz="1500" spc="-1" strike="noStrike">
                <a:solidFill>
                  <a:srgbClr val="009bdd"/>
                </a:solidFill>
                <a:latin typeface="Arial"/>
              </a:rPr>
              <a:t>Septième niveau de plan</a:t>
            </a:r>
            <a:endParaRPr b="0" lang="fr-FR" sz="1500" spc="-1" strike="noStrike">
              <a:solidFill>
                <a:srgbClr val="009bdd"/>
              </a:solidFill>
              <a:latin typeface="Arial"/>
            </a:endParaRPr>
          </a:p>
        </p:txBody>
      </p:sp>
      <p:sp>
        <p:nvSpPr>
          <p:cNvPr id="3" name="PlaceHolder 3"/>
          <p:cNvSpPr>
            <a:spLocks noGrp="1"/>
          </p:cNvSpPr>
          <p:nvPr>
            <p:ph type="dt" idx="1"/>
          </p:nvPr>
        </p:nvSpPr>
        <p:spPr>
          <a:xfrm>
            <a:off x="360000" y="5220000"/>
            <a:ext cx="2340000" cy="360000"/>
          </a:xfrm>
          <a:prstGeom prst="rect">
            <a:avLst/>
          </a:prstGeom>
          <a:noFill/>
          <a:ln w="0">
            <a:noFill/>
          </a:ln>
        </p:spPr>
        <p:txBody>
          <a:bodyPr lIns="0" rIns="0" tIns="0" bIns="0" anchor="t">
            <a:noAutofit/>
          </a:bodyPr>
          <a:lstStyle>
            <a:lvl1pPr indent="0">
              <a:buNone/>
              <a:defRPr b="0" lang="fr-FR" sz="1400" spc="-1" strike="noStrike">
                <a:solidFill>
                  <a:srgbClr val="ffffff"/>
                </a:solidFill>
                <a:latin typeface="Arial"/>
              </a:defRPr>
            </a:lvl1pPr>
          </a:lstStyle>
          <a:p>
            <a:pPr indent="0">
              <a:buNone/>
            </a:pPr>
            <a:r>
              <a:rPr b="0" lang="fr-FR" sz="1400" spc="-1" strike="noStrike">
                <a:solidFill>
                  <a:srgbClr val="ffffff"/>
                </a:solidFill>
                <a:latin typeface="Arial"/>
              </a:rPr>
              <a:t>&lt;date/heure&gt;</a:t>
            </a:r>
            <a:endParaRPr b="0" lang="fr-FR" sz="1400" spc="-1" strike="noStrike">
              <a:solidFill>
                <a:srgbClr val="ffffff"/>
              </a:solidFill>
              <a:latin typeface="Arial"/>
            </a:endParaRPr>
          </a:p>
        </p:txBody>
      </p:sp>
      <p:sp>
        <p:nvSpPr>
          <p:cNvPr id="4" name="PlaceHolder 4"/>
          <p:cNvSpPr>
            <a:spLocks noGrp="1"/>
          </p:cNvSpPr>
          <p:nvPr>
            <p:ph type="ftr" idx="2"/>
          </p:nvPr>
        </p:nvSpPr>
        <p:spPr>
          <a:xfrm>
            <a:off x="3420000" y="5220000"/>
            <a:ext cx="3240000" cy="360000"/>
          </a:xfrm>
          <a:prstGeom prst="rect">
            <a:avLst/>
          </a:prstGeom>
          <a:noFill/>
          <a:ln w="0">
            <a:noFill/>
          </a:ln>
        </p:spPr>
        <p:txBody>
          <a:bodyPr lIns="0" rIns="0" tIns="0" bIns="0" anchor="t">
            <a:noAutofit/>
          </a:bodyPr>
          <a:lstStyle>
            <a:lvl1pPr indent="0" algn="ctr">
              <a:buNone/>
              <a:defRPr b="0" lang="fr-FR" sz="1400" spc="-1" strike="noStrike">
                <a:solidFill>
                  <a:srgbClr val="ffffff"/>
                </a:solidFill>
                <a:latin typeface="Arial"/>
              </a:defRPr>
            </a:lvl1pPr>
          </a:lstStyle>
          <a:p>
            <a:pPr indent="0" algn="ctr">
              <a:buNone/>
            </a:pPr>
            <a:r>
              <a:rPr b="0" lang="fr-FR" sz="1400" spc="-1" strike="noStrike">
                <a:solidFill>
                  <a:srgbClr val="ffffff"/>
                </a:solidFill>
                <a:latin typeface="Arial"/>
              </a:rPr>
              <a:t>&lt;pied de page&gt;</a:t>
            </a:r>
            <a:endParaRPr b="0" lang="fr-FR" sz="1400" spc="-1" strike="noStrike">
              <a:solidFill>
                <a:srgbClr val="ffffff"/>
              </a:solidFill>
              <a:latin typeface="Arial"/>
            </a:endParaRPr>
          </a:p>
        </p:txBody>
      </p:sp>
      <p:sp>
        <p:nvSpPr>
          <p:cNvPr id="5" name="PlaceHolder 5"/>
          <p:cNvSpPr>
            <a:spLocks noGrp="1"/>
          </p:cNvSpPr>
          <p:nvPr>
            <p:ph type="sldNum" idx="3"/>
          </p:nvPr>
        </p:nvSpPr>
        <p:spPr>
          <a:xfrm>
            <a:off x="7380000" y="5220000"/>
            <a:ext cx="2340000" cy="360000"/>
          </a:xfrm>
          <a:prstGeom prst="rect">
            <a:avLst/>
          </a:prstGeom>
          <a:noFill/>
          <a:ln w="0">
            <a:noFill/>
          </a:ln>
        </p:spPr>
        <p:txBody>
          <a:bodyPr lIns="0" rIns="0" tIns="0" bIns="0" anchor="t">
            <a:noAutofit/>
          </a:bodyPr>
          <a:lstStyle>
            <a:lvl1pPr indent="0" algn="r">
              <a:buNone/>
              <a:defRPr b="0" lang="fr-FR" sz="1400" spc="-1" strike="noStrike">
                <a:solidFill>
                  <a:srgbClr val="ffffff"/>
                </a:solidFill>
                <a:latin typeface="Arial"/>
              </a:defRPr>
            </a:lvl1pPr>
          </a:lstStyle>
          <a:p>
            <a:pPr indent="0" algn="r">
              <a:buNone/>
            </a:pPr>
            <a:fld id="{9F0F123E-36E4-480F-8C54-09A1EF498761}" type="slidenum">
              <a:rPr b="0" lang="fr-FR" sz="1400" spc="-1" strike="noStrike">
                <a:solidFill>
                  <a:srgbClr val="ffffff"/>
                </a:solidFill>
                <a:latin typeface="Arial"/>
              </a:rPr>
              <a:t>&lt;numéro&gt;</a:t>
            </a:fld>
            <a:endParaRPr b="0" lang="fr-FR"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10076760" cy="720000"/>
          </a:xfrm>
          <a:prstGeom prst="rect">
            <a:avLst/>
          </a:prstGeom>
          <a:gradFill rotWithShape="0">
            <a:gsLst>
              <a:gs pos="0">
                <a:srgbClr val="6fc8fa"/>
              </a:gs>
              <a:gs pos="1563">
                <a:srgbClr val="6fc8fa"/>
              </a:gs>
              <a:gs pos="1563">
                <a:srgbClr val="6ec7f9"/>
              </a:gs>
              <a:gs pos="3125">
                <a:srgbClr val="6ec7f9"/>
              </a:gs>
              <a:gs pos="3125">
                <a:srgbClr val="6dc7f9"/>
              </a:gs>
              <a:gs pos="4688">
                <a:srgbClr val="6dc7f9"/>
              </a:gs>
              <a:gs pos="4688">
                <a:srgbClr val="6cc6f8"/>
              </a:gs>
              <a:gs pos="6250">
                <a:srgbClr val="6cc6f8"/>
              </a:gs>
              <a:gs pos="6250">
                <a:srgbClr val="6cc5f8"/>
              </a:gs>
              <a:gs pos="7813">
                <a:srgbClr val="6cc5f8"/>
              </a:gs>
              <a:gs pos="7813">
                <a:srgbClr val="6bc5f7"/>
              </a:gs>
              <a:gs pos="9375">
                <a:srgbClr val="6bc5f7"/>
              </a:gs>
              <a:gs pos="9375">
                <a:srgbClr val="6ac4f7"/>
              </a:gs>
              <a:gs pos="10938">
                <a:srgbClr val="6ac4f7"/>
              </a:gs>
              <a:gs pos="10938">
                <a:srgbClr val="69c3f6"/>
              </a:gs>
              <a:gs pos="12500">
                <a:srgbClr val="69c3f6"/>
              </a:gs>
              <a:gs pos="12500">
                <a:srgbClr val="68c3f6"/>
              </a:gs>
              <a:gs pos="14063">
                <a:srgbClr val="68c3f6"/>
              </a:gs>
              <a:gs pos="14063">
                <a:srgbClr val="67c2f5"/>
              </a:gs>
              <a:gs pos="15625">
                <a:srgbClr val="67c2f5"/>
              </a:gs>
              <a:gs pos="15625">
                <a:srgbClr val="66c1f4"/>
              </a:gs>
              <a:gs pos="17188">
                <a:srgbClr val="66c1f4"/>
              </a:gs>
              <a:gs pos="17188">
                <a:srgbClr val="66c1f4"/>
              </a:gs>
              <a:gs pos="18750">
                <a:srgbClr val="66c1f4"/>
              </a:gs>
              <a:gs pos="18750">
                <a:srgbClr val="65c0f3"/>
              </a:gs>
              <a:gs pos="20313">
                <a:srgbClr val="65c0f3"/>
              </a:gs>
              <a:gs pos="20313">
                <a:srgbClr val="64bff3"/>
              </a:gs>
              <a:gs pos="21875">
                <a:srgbClr val="64bff3"/>
              </a:gs>
              <a:gs pos="21875">
                <a:srgbClr val="63bff2"/>
              </a:gs>
              <a:gs pos="23438">
                <a:srgbClr val="63bff2"/>
              </a:gs>
              <a:gs pos="23438">
                <a:srgbClr val="62bef2"/>
              </a:gs>
              <a:gs pos="25000">
                <a:srgbClr val="62bef2"/>
              </a:gs>
              <a:gs pos="25000">
                <a:srgbClr val="61bdf1"/>
              </a:gs>
              <a:gs pos="26563">
                <a:srgbClr val="61bdf1"/>
              </a:gs>
              <a:gs pos="26563">
                <a:srgbClr val="60bdf1"/>
              </a:gs>
              <a:gs pos="28125">
                <a:srgbClr val="60bdf1"/>
              </a:gs>
              <a:gs pos="28125">
                <a:srgbClr val="60bcf0"/>
              </a:gs>
              <a:gs pos="29688">
                <a:srgbClr val="60bcf0"/>
              </a:gs>
              <a:gs pos="29688">
                <a:srgbClr val="5fbbef"/>
              </a:gs>
              <a:gs pos="31250">
                <a:srgbClr val="5fbbef"/>
              </a:gs>
              <a:gs pos="31250">
                <a:srgbClr val="5ebbef"/>
              </a:gs>
              <a:gs pos="32813">
                <a:srgbClr val="5ebbef"/>
              </a:gs>
              <a:gs pos="32813">
                <a:srgbClr val="5dbaee"/>
              </a:gs>
              <a:gs pos="34375">
                <a:srgbClr val="5dbaee"/>
              </a:gs>
              <a:gs pos="34375">
                <a:srgbClr val="5cb9ee"/>
              </a:gs>
              <a:gs pos="35938">
                <a:srgbClr val="5cb9ee"/>
              </a:gs>
              <a:gs pos="35938">
                <a:srgbClr val="5bb9ed"/>
              </a:gs>
              <a:gs pos="37500">
                <a:srgbClr val="5bb9ed"/>
              </a:gs>
              <a:gs pos="37500">
                <a:srgbClr val="5ab8ed"/>
              </a:gs>
              <a:gs pos="39063">
                <a:srgbClr val="5ab8ed"/>
              </a:gs>
              <a:gs pos="39063">
                <a:srgbClr val="5ab7ec"/>
              </a:gs>
              <a:gs pos="40625">
                <a:srgbClr val="5ab7ec"/>
              </a:gs>
              <a:gs pos="40625">
                <a:srgbClr val="59b7ec"/>
              </a:gs>
              <a:gs pos="42188">
                <a:srgbClr val="59b7ec"/>
              </a:gs>
              <a:gs pos="42188">
                <a:srgbClr val="58b6eb"/>
              </a:gs>
              <a:gs pos="43750">
                <a:srgbClr val="58b6eb"/>
              </a:gs>
              <a:gs pos="43750">
                <a:srgbClr val="57b5ea"/>
              </a:gs>
              <a:gs pos="45313">
                <a:srgbClr val="57b5ea"/>
              </a:gs>
              <a:gs pos="45313">
                <a:srgbClr val="56b5ea"/>
              </a:gs>
              <a:gs pos="46875">
                <a:srgbClr val="56b5ea"/>
              </a:gs>
              <a:gs pos="46875">
                <a:srgbClr val="55b4e9"/>
              </a:gs>
              <a:gs pos="48438">
                <a:srgbClr val="55b4e9"/>
              </a:gs>
              <a:gs pos="48438">
                <a:srgbClr val="54b3e9"/>
              </a:gs>
              <a:gs pos="50000">
                <a:srgbClr val="54b3e9"/>
              </a:gs>
              <a:gs pos="50000">
                <a:srgbClr val="54b3e8"/>
              </a:gs>
              <a:gs pos="51563">
                <a:srgbClr val="54b3e8"/>
              </a:gs>
              <a:gs pos="51563">
                <a:srgbClr val="53b2e8"/>
              </a:gs>
              <a:gs pos="53125">
                <a:srgbClr val="53b2e8"/>
              </a:gs>
              <a:gs pos="53125">
                <a:srgbClr val="52b1e7"/>
              </a:gs>
              <a:gs pos="54688">
                <a:srgbClr val="52b1e7"/>
              </a:gs>
              <a:gs pos="54688">
                <a:srgbClr val="51b1e7"/>
              </a:gs>
              <a:gs pos="56250">
                <a:srgbClr val="51b1e7"/>
              </a:gs>
              <a:gs pos="56250">
                <a:srgbClr val="50b0e6"/>
              </a:gs>
              <a:gs pos="57813">
                <a:srgbClr val="50b0e6"/>
              </a:gs>
              <a:gs pos="57813">
                <a:srgbClr val="4fafe5"/>
              </a:gs>
              <a:gs pos="59375">
                <a:srgbClr val="4fafe5"/>
              </a:gs>
              <a:gs pos="59375">
                <a:srgbClr val="4eafe5"/>
              </a:gs>
              <a:gs pos="60938">
                <a:srgbClr val="4eafe5"/>
              </a:gs>
              <a:gs pos="60938">
                <a:srgbClr val="4eaee4"/>
              </a:gs>
              <a:gs pos="62500">
                <a:srgbClr val="4eaee4"/>
              </a:gs>
              <a:gs pos="62500">
                <a:srgbClr val="4dade4"/>
              </a:gs>
              <a:gs pos="64063">
                <a:srgbClr val="4dade4"/>
              </a:gs>
              <a:gs pos="64063">
                <a:srgbClr val="4cade3"/>
              </a:gs>
              <a:gs pos="65625">
                <a:srgbClr val="4cade3"/>
              </a:gs>
              <a:gs pos="65625">
                <a:srgbClr val="4bace3"/>
              </a:gs>
              <a:gs pos="67188">
                <a:srgbClr val="4bace3"/>
              </a:gs>
              <a:gs pos="67188">
                <a:srgbClr val="4aabe2"/>
              </a:gs>
              <a:gs pos="68750">
                <a:srgbClr val="4aabe2"/>
              </a:gs>
              <a:gs pos="68750">
                <a:srgbClr val="49abe2"/>
              </a:gs>
              <a:gs pos="70313">
                <a:srgbClr val="49abe2"/>
              </a:gs>
              <a:gs pos="70313">
                <a:srgbClr val="48aae1"/>
              </a:gs>
              <a:gs pos="71875">
                <a:srgbClr val="48aae1"/>
              </a:gs>
              <a:gs pos="71875">
                <a:srgbClr val="48a9e0"/>
              </a:gs>
              <a:gs pos="73438">
                <a:srgbClr val="48a9e0"/>
              </a:gs>
              <a:gs pos="73438">
                <a:srgbClr val="47a9e0"/>
              </a:gs>
              <a:gs pos="75000">
                <a:srgbClr val="47a9e0"/>
              </a:gs>
              <a:gs pos="75000">
                <a:srgbClr val="46a8df"/>
              </a:gs>
              <a:gs pos="76563">
                <a:srgbClr val="46a8df"/>
              </a:gs>
              <a:gs pos="76563">
                <a:srgbClr val="45a7df"/>
              </a:gs>
              <a:gs pos="78125">
                <a:srgbClr val="45a7df"/>
              </a:gs>
              <a:gs pos="78125">
                <a:srgbClr val="44a7de"/>
              </a:gs>
              <a:gs pos="79688">
                <a:srgbClr val="44a7de"/>
              </a:gs>
              <a:gs pos="79688">
                <a:srgbClr val="43a6de"/>
              </a:gs>
              <a:gs pos="81250">
                <a:srgbClr val="43a6de"/>
              </a:gs>
              <a:gs pos="81250">
                <a:srgbClr val="42a5dd"/>
              </a:gs>
              <a:gs pos="82813">
                <a:srgbClr val="42a5dd"/>
              </a:gs>
              <a:gs pos="82813">
                <a:srgbClr val="42a5dd"/>
              </a:gs>
              <a:gs pos="84375">
                <a:srgbClr val="42a5dd"/>
              </a:gs>
              <a:gs pos="84375">
                <a:srgbClr val="41a4dc"/>
              </a:gs>
              <a:gs pos="85938">
                <a:srgbClr val="41a4dc"/>
              </a:gs>
              <a:gs pos="85938">
                <a:srgbClr val="40a3db"/>
              </a:gs>
              <a:gs pos="87500">
                <a:srgbClr val="40a3db"/>
              </a:gs>
              <a:gs pos="87500">
                <a:srgbClr val="3fa3db"/>
              </a:gs>
              <a:gs pos="89063">
                <a:srgbClr val="3fa3db"/>
              </a:gs>
              <a:gs pos="89063">
                <a:srgbClr val="3ea2da"/>
              </a:gs>
              <a:gs pos="90625">
                <a:srgbClr val="3ea2da"/>
              </a:gs>
              <a:gs pos="90625">
                <a:srgbClr val="3da1da"/>
              </a:gs>
              <a:gs pos="92188">
                <a:srgbClr val="3da1da"/>
              </a:gs>
              <a:gs pos="92188">
                <a:srgbClr val="3ca1d9"/>
              </a:gs>
              <a:gs pos="93750">
                <a:srgbClr val="3ca1d9"/>
              </a:gs>
              <a:gs pos="93750">
                <a:srgbClr val="3ca0d9"/>
              </a:gs>
              <a:gs pos="95313">
                <a:srgbClr val="3ca0d9"/>
              </a:gs>
              <a:gs pos="95313">
                <a:srgbClr val="3b9fd8"/>
              </a:gs>
              <a:gs pos="96875">
                <a:srgbClr val="3b9fd8"/>
              </a:gs>
              <a:gs pos="96875">
                <a:srgbClr val="3a9fd8"/>
              </a:gs>
              <a:gs pos="98438">
                <a:srgbClr val="3a9fd8"/>
              </a:gs>
              <a:gs pos="98438">
                <a:srgbClr val="399ed7"/>
              </a:gs>
              <a:gs pos="100000">
                <a:srgbClr val="399ed7"/>
              </a:gs>
            </a:gsLst>
            <a:lin ang="36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8" name=""/>
          <p:cNvSpPr/>
          <p:nvPr/>
        </p:nvSpPr>
        <p:spPr>
          <a:xfrm>
            <a:off x="3240" y="5040000"/>
            <a:ext cx="10076760" cy="631440"/>
          </a:xfrm>
          <a:prstGeom prst="rect">
            <a:avLst/>
          </a:prstGeom>
          <a:gradFill rotWithShape="0">
            <a:gsLst>
              <a:gs pos="0">
                <a:srgbClr val="6fc8fa"/>
              </a:gs>
              <a:gs pos="1563">
                <a:srgbClr val="6fc8fa"/>
              </a:gs>
              <a:gs pos="1563">
                <a:srgbClr val="6ec7f9"/>
              </a:gs>
              <a:gs pos="3125">
                <a:srgbClr val="6ec7f9"/>
              </a:gs>
              <a:gs pos="3125">
                <a:srgbClr val="6dc7f9"/>
              </a:gs>
              <a:gs pos="4688">
                <a:srgbClr val="6dc7f9"/>
              </a:gs>
              <a:gs pos="4688">
                <a:srgbClr val="6cc6f8"/>
              </a:gs>
              <a:gs pos="6250">
                <a:srgbClr val="6cc6f8"/>
              </a:gs>
              <a:gs pos="6250">
                <a:srgbClr val="6cc5f8"/>
              </a:gs>
              <a:gs pos="7813">
                <a:srgbClr val="6cc5f8"/>
              </a:gs>
              <a:gs pos="7813">
                <a:srgbClr val="6bc5f7"/>
              </a:gs>
              <a:gs pos="9375">
                <a:srgbClr val="6bc5f7"/>
              </a:gs>
              <a:gs pos="9375">
                <a:srgbClr val="6ac4f7"/>
              </a:gs>
              <a:gs pos="10938">
                <a:srgbClr val="6ac4f7"/>
              </a:gs>
              <a:gs pos="10938">
                <a:srgbClr val="69c3f6"/>
              </a:gs>
              <a:gs pos="12500">
                <a:srgbClr val="69c3f6"/>
              </a:gs>
              <a:gs pos="12500">
                <a:srgbClr val="68c3f6"/>
              </a:gs>
              <a:gs pos="14063">
                <a:srgbClr val="68c3f6"/>
              </a:gs>
              <a:gs pos="14063">
                <a:srgbClr val="67c2f5"/>
              </a:gs>
              <a:gs pos="15625">
                <a:srgbClr val="67c2f5"/>
              </a:gs>
              <a:gs pos="15625">
                <a:srgbClr val="66c1f4"/>
              </a:gs>
              <a:gs pos="17188">
                <a:srgbClr val="66c1f4"/>
              </a:gs>
              <a:gs pos="17188">
                <a:srgbClr val="66c1f4"/>
              </a:gs>
              <a:gs pos="18750">
                <a:srgbClr val="66c1f4"/>
              </a:gs>
              <a:gs pos="18750">
                <a:srgbClr val="65c0f3"/>
              </a:gs>
              <a:gs pos="20313">
                <a:srgbClr val="65c0f3"/>
              </a:gs>
              <a:gs pos="20313">
                <a:srgbClr val="64bff3"/>
              </a:gs>
              <a:gs pos="21875">
                <a:srgbClr val="64bff3"/>
              </a:gs>
              <a:gs pos="21875">
                <a:srgbClr val="63bff2"/>
              </a:gs>
              <a:gs pos="23438">
                <a:srgbClr val="63bff2"/>
              </a:gs>
              <a:gs pos="23438">
                <a:srgbClr val="62bef2"/>
              </a:gs>
              <a:gs pos="25000">
                <a:srgbClr val="62bef2"/>
              </a:gs>
              <a:gs pos="25000">
                <a:srgbClr val="61bdf1"/>
              </a:gs>
              <a:gs pos="26563">
                <a:srgbClr val="61bdf1"/>
              </a:gs>
              <a:gs pos="26563">
                <a:srgbClr val="60bdf1"/>
              </a:gs>
              <a:gs pos="28125">
                <a:srgbClr val="60bdf1"/>
              </a:gs>
              <a:gs pos="28125">
                <a:srgbClr val="60bcf0"/>
              </a:gs>
              <a:gs pos="29688">
                <a:srgbClr val="60bcf0"/>
              </a:gs>
              <a:gs pos="29688">
                <a:srgbClr val="5fbbef"/>
              </a:gs>
              <a:gs pos="31250">
                <a:srgbClr val="5fbbef"/>
              </a:gs>
              <a:gs pos="31250">
                <a:srgbClr val="5ebbef"/>
              </a:gs>
              <a:gs pos="32813">
                <a:srgbClr val="5ebbef"/>
              </a:gs>
              <a:gs pos="32813">
                <a:srgbClr val="5dbaee"/>
              </a:gs>
              <a:gs pos="34375">
                <a:srgbClr val="5dbaee"/>
              </a:gs>
              <a:gs pos="34375">
                <a:srgbClr val="5cb9ee"/>
              </a:gs>
              <a:gs pos="35938">
                <a:srgbClr val="5cb9ee"/>
              </a:gs>
              <a:gs pos="35938">
                <a:srgbClr val="5bb9ed"/>
              </a:gs>
              <a:gs pos="37500">
                <a:srgbClr val="5bb9ed"/>
              </a:gs>
              <a:gs pos="37500">
                <a:srgbClr val="5ab8ed"/>
              </a:gs>
              <a:gs pos="39063">
                <a:srgbClr val="5ab8ed"/>
              </a:gs>
              <a:gs pos="39063">
                <a:srgbClr val="5ab7ec"/>
              </a:gs>
              <a:gs pos="40625">
                <a:srgbClr val="5ab7ec"/>
              </a:gs>
              <a:gs pos="40625">
                <a:srgbClr val="59b7ec"/>
              </a:gs>
              <a:gs pos="42188">
                <a:srgbClr val="59b7ec"/>
              </a:gs>
              <a:gs pos="42188">
                <a:srgbClr val="58b6eb"/>
              </a:gs>
              <a:gs pos="43750">
                <a:srgbClr val="58b6eb"/>
              </a:gs>
              <a:gs pos="43750">
                <a:srgbClr val="57b5ea"/>
              </a:gs>
              <a:gs pos="45313">
                <a:srgbClr val="57b5ea"/>
              </a:gs>
              <a:gs pos="45313">
                <a:srgbClr val="56b5ea"/>
              </a:gs>
              <a:gs pos="46875">
                <a:srgbClr val="56b5ea"/>
              </a:gs>
              <a:gs pos="46875">
                <a:srgbClr val="55b4e9"/>
              </a:gs>
              <a:gs pos="48438">
                <a:srgbClr val="55b4e9"/>
              </a:gs>
              <a:gs pos="48438">
                <a:srgbClr val="54b3e9"/>
              </a:gs>
              <a:gs pos="50000">
                <a:srgbClr val="54b3e9"/>
              </a:gs>
              <a:gs pos="50000">
                <a:srgbClr val="54b3e8"/>
              </a:gs>
              <a:gs pos="51563">
                <a:srgbClr val="54b3e8"/>
              </a:gs>
              <a:gs pos="51563">
                <a:srgbClr val="53b2e8"/>
              </a:gs>
              <a:gs pos="53125">
                <a:srgbClr val="53b2e8"/>
              </a:gs>
              <a:gs pos="53125">
                <a:srgbClr val="52b1e7"/>
              </a:gs>
              <a:gs pos="54688">
                <a:srgbClr val="52b1e7"/>
              </a:gs>
              <a:gs pos="54688">
                <a:srgbClr val="51b1e7"/>
              </a:gs>
              <a:gs pos="56250">
                <a:srgbClr val="51b1e7"/>
              </a:gs>
              <a:gs pos="56250">
                <a:srgbClr val="50b0e6"/>
              </a:gs>
              <a:gs pos="57813">
                <a:srgbClr val="50b0e6"/>
              </a:gs>
              <a:gs pos="57813">
                <a:srgbClr val="4fafe5"/>
              </a:gs>
              <a:gs pos="59375">
                <a:srgbClr val="4fafe5"/>
              </a:gs>
              <a:gs pos="59375">
                <a:srgbClr val="4eafe5"/>
              </a:gs>
              <a:gs pos="60938">
                <a:srgbClr val="4eafe5"/>
              </a:gs>
              <a:gs pos="60938">
                <a:srgbClr val="4eaee4"/>
              </a:gs>
              <a:gs pos="62500">
                <a:srgbClr val="4eaee4"/>
              </a:gs>
              <a:gs pos="62500">
                <a:srgbClr val="4dade4"/>
              </a:gs>
              <a:gs pos="64063">
                <a:srgbClr val="4dade4"/>
              </a:gs>
              <a:gs pos="64063">
                <a:srgbClr val="4cade3"/>
              </a:gs>
              <a:gs pos="65625">
                <a:srgbClr val="4cade3"/>
              </a:gs>
              <a:gs pos="65625">
                <a:srgbClr val="4bace3"/>
              </a:gs>
              <a:gs pos="67188">
                <a:srgbClr val="4bace3"/>
              </a:gs>
              <a:gs pos="67188">
                <a:srgbClr val="4aabe2"/>
              </a:gs>
              <a:gs pos="68750">
                <a:srgbClr val="4aabe2"/>
              </a:gs>
              <a:gs pos="68750">
                <a:srgbClr val="49abe2"/>
              </a:gs>
              <a:gs pos="70313">
                <a:srgbClr val="49abe2"/>
              </a:gs>
              <a:gs pos="70313">
                <a:srgbClr val="48aae1"/>
              </a:gs>
              <a:gs pos="71875">
                <a:srgbClr val="48aae1"/>
              </a:gs>
              <a:gs pos="71875">
                <a:srgbClr val="48a9e0"/>
              </a:gs>
              <a:gs pos="73438">
                <a:srgbClr val="48a9e0"/>
              </a:gs>
              <a:gs pos="73438">
                <a:srgbClr val="47a9e0"/>
              </a:gs>
              <a:gs pos="75000">
                <a:srgbClr val="47a9e0"/>
              </a:gs>
              <a:gs pos="75000">
                <a:srgbClr val="46a8df"/>
              </a:gs>
              <a:gs pos="76563">
                <a:srgbClr val="46a8df"/>
              </a:gs>
              <a:gs pos="76563">
                <a:srgbClr val="45a7df"/>
              </a:gs>
              <a:gs pos="78125">
                <a:srgbClr val="45a7df"/>
              </a:gs>
              <a:gs pos="78125">
                <a:srgbClr val="44a7de"/>
              </a:gs>
              <a:gs pos="79688">
                <a:srgbClr val="44a7de"/>
              </a:gs>
              <a:gs pos="79688">
                <a:srgbClr val="43a6de"/>
              </a:gs>
              <a:gs pos="81250">
                <a:srgbClr val="43a6de"/>
              </a:gs>
              <a:gs pos="81250">
                <a:srgbClr val="42a5dd"/>
              </a:gs>
              <a:gs pos="82813">
                <a:srgbClr val="42a5dd"/>
              </a:gs>
              <a:gs pos="82813">
                <a:srgbClr val="42a5dd"/>
              </a:gs>
              <a:gs pos="84375">
                <a:srgbClr val="42a5dd"/>
              </a:gs>
              <a:gs pos="84375">
                <a:srgbClr val="41a4dc"/>
              </a:gs>
              <a:gs pos="85938">
                <a:srgbClr val="41a4dc"/>
              </a:gs>
              <a:gs pos="85938">
                <a:srgbClr val="40a3db"/>
              </a:gs>
              <a:gs pos="87500">
                <a:srgbClr val="40a3db"/>
              </a:gs>
              <a:gs pos="87500">
                <a:srgbClr val="3fa3db"/>
              </a:gs>
              <a:gs pos="89063">
                <a:srgbClr val="3fa3db"/>
              </a:gs>
              <a:gs pos="89063">
                <a:srgbClr val="3ea2da"/>
              </a:gs>
              <a:gs pos="90625">
                <a:srgbClr val="3ea2da"/>
              </a:gs>
              <a:gs pos="90625">
                <a:srgbClr val="3da1da"/>
              </a:gs>
              <a:gs pos="92188">
                <a:srgbClr val="3da1da"/>
              </a:gs>
              <a:gs pos="92188">
                <a:srgbClr val="3ca1d9"/>
              </a:gs>
              <a:gs pos="93750">
                <a:srgbClr val="3ca1d9"/>
              </a:gs>
              <a:gs pos="93750">
                <a:srgbClr val="3ca0d9"/>
              </a:gs>
              <a:gs pos="95313">
                <a:srgbClr val="3ca0d9"/>
              </a:gs>
              <a:gs pos="95313">
                <a:srgbClr val="3b9fd8"/>
              </a:gs>
              <a:gs pos="96875">
                <a:srgbClr val="3b9fd8"/>
              </a:gs>
              <a:gs pos="96875">
                <a:srgbClr val="3a9fd8"/>
              </a:gs>
              <a:gs pos="98438">
                <a:srgbClr val="3a9fd8"/>
              </a:gs>
              <a:gs pos="98438">
                <a:srgbClr val="399ed7"/>
              </a:gs>
              <a:gs pos="100000">
                <a:srgbClr val="399ed7"/>
              </a:gs>
            </a:gsLst>
            <a:lin ang="36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9"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fr-FR" sz="3300" spc="-1" strike="noStrike">
                <a:solidFill>
                  <a:srgbClr val="ffffff"/>
                </a:solidFill>
                <a:latin typeface="Arial"/>
              </a:rPr>
              <a:t>Cliquez pour éditer le format du texte-titre</a:t>
            </a:r>
            <a:endParaRPr b="0" lang="fr-FR" sz="3300" spc="-1" strike="noStrike">
              <a:solidFill>
                <a:srgbClr val="ffffff"/>
              </a:solidFill>
              <a:latin typeface="Arial"/>
            </a:endParaRPr>
          </a:p>
        </p:txBody>
      </p:sp>
      <p:sp>
        <p:nvSpPr>
          <p:cNvPr id="10" name="PlaceHolder 2"/>
          <p:cNvSpPr>
            <a:spLocks noGrp="1"/>
          </p:cNvSpPr>
          <p:nvPr>
            <p:ph type="body"/>
          </p:nvPr>
        </p:nvSpPr>
        <p:spPr>
          <a:xfrm>
            <a:off x="360000" y="1080000"/>
            <a:ext cx="9360000" cy="3600000"/>
          </a:xfrm>
          <a:prstGeom prst="rect">
            <a:avLst/>
          </a:prstGeom>
          <a:noFill/>
          <a:ln w="0">
            <a:noFill/>
          </a:ln>
        </p:spPr>
        <p:txBody>
          <a:bodyPr lIns="0" rIns="0" tIns="0" bIns="0" anchor="t">
            <a:noAutofit/>
          </a:bodyPr>
          <a:p>
            <a:pPr marL="432000" indent="-324000">
              <a:spcBef>
                <a:spcPts val="1060"/>
              </a:spcBef>
              <a:buClr>
                <a:srgbClr val="77caee"/>
              </a:buClr>
              <a:buSzPct val="45000"/>
              <a:buFont typeface="Wingdings" charset="2"/>
              <a:buChar char=""/>
            </a:pPr>
            <a:r>
              <a:rPr b="0" lang="fr-FR" sz="2400" spc="-1" strike="noStrike">
                <a:solidFill>
                  <a:srgbClr val="009bdd"/>
                </a:solidFill>
                <a:latin typeface="Arial"/>
              </a:rPr>
              <a:t>Cliquez pour éditer le format du plan de texte</a:t>
            </a:r>
            <a:endParaRPr b="0" lang="fr-FR" sz="2400" spc="-1" strike="noStrike">
              <a:solidFill>
                <a:srgbClr val="009bdd"/>
              </a:solidFill>
              <a:latin typeface="Arial"/>
            </a:endParaRPr>
          </a:p>
          <a:p>
            <a:pPr lvl="1" marL="864000" indent="-324000">
              <a:spcBef>
                <a:spcPts val="850"/>
              </a:spcBef>
              <a:buClr>
                <a:srgbClr val="77caee"/>
              </a:buClr>
              <a:buSzPct val="45000"/>
              <a:buFont typeface="Wingdings" charset="2"/>
              <a:buChar char=""/>
            </a:pPr>
            <a:r>
              <a:rPr b="0" lang="fr-FR" sz="2100" spc="-1" strike="noStrike">
                <a:solidFill>
                  <a:srgbClr val="009bdd"/>
                </a:solidFill>
                <a:latin typeface="Arial"/>
              </a:rPr>
              <a:t>Second niveau de plan</a:t>
            </a:r>
            <a:endParaRPr b="0" lang="fr-FR" sz="2100" spc="-1" strike="noStrike">
              <a:solidFill>
                <a:srgbClr val="009bdd"/>
              </a:solidFill>
              <a:latin typeface="Arial"/>
            </a:endParaRPr>
          </a:p>
          <a:p>
            <a:pPr lvl="2" marL="1296000" indent="-288000">
              <a:spcBef>
                <a:spcPts val="635"/>
              </a:spcBef>
              <a:buClr>
                <a:srgbClr val="77caee"/>
              </a:buClr>
              <a:buSzPct val="45000"/>
              <a:buFont typeface="Wingdings" charset="2"/>
              <a:buChar char=""/>
            </a:pPr>
            <a:r>
              <a:rPr b="0" lang="fr-FR" sz="1800" spc="-1" strike="noStrike">
                <a:solidFill>
                  <a:srgbClr val="009bdd"/>
                </a:solidFill>
                <a:latin typeface="Arial"/>
              </a:rPr>
              <a:t>Troisième niveau de plan</a:t>
            </a:r>
            <a:endParaRPr b="0" lang="fr-FR" sz="1800" spc="-1" strike="noStrike">
              <a:solidFill>
                <a:srgbClr val="009bdd"/>
              </a:solidFill>
              <a:latin typeface="Arial"/>
            </a:endParaRPr>
          </a:p>
          <a:p>
            <a:pPr lvl="3" marL="1728000" indent="-216000">
              <a:spcBef>
                <a:spcPts val="422"/>
              </a:spcBef>
              <a:buClr>
                <a:srgbClr val="77caee"/>
              </a:buClr>
              <a:buSzPct val="45000"/>
              <a:buFont typeface="Wingdings" charset="2"/>
              <a:buChar char=""/>
            </a:pPr>
            <a:r>
              <a:rPr b="0" lang="fr-FR" sz="1500" spc="-1" strike="noStrike">
                <a:solidFill>
                  <a:srgbClr val="009bdd"/>
                </a:solidFill>
                <a:latin typeface="Arial"/>
              </a:rPr>
              <a:t>Quatrième niveau de plan</a:t>
            </a:r>
            <a:endParaRPr b="0" lang="fr-FR" sz="1500" spc="-1" strike="noStrike">
              <a:solidFill>
                <a:srgbClr val="009bdd"/>
              </a:solidFill>
              <a:latin typeface="Arial"/>
            </a:endParaRPr>
          </a:p>
          <a:p>
            <a:pPr lvl="4" marL="2160000" indent="-216000">
              <a:spcBef>
                <a:spcPts val="210"/>
              </a:spcBef>
              <a:buClr>
                <a:srgbClr val="77caee"/>
              </a:buClr>
              <a:buSzPct val="45000"/>
              <a:buFont typeface="Wingdings" charset="2"/>
              <a:buChar char=""/>
            </a:pPr>
            <a:r>
              <a:rPr b="0" lang="fr-FR" sz="1500" spc="-1" strike="noStrike">
                <a:solidFill>
                  <a:srgbClr val="009bdd"/>
                </a:solidFill>
                <a:latin typeface="Arial"/>
              </a:rPr>
              <a:t>Cinquième niveau de plan</a:t>
            </a:r>
            <a:endParaRPr b="0" lang="fr-FR" sz="1500" spc="-1" strike="noStrike">
              <a:solidFill>
                <a:srgbClr val="009bdd"/>
              </a:solidFill>
              <a:latin typeface="Arial"/>
            </a:endParaRPr>
          </a:p>
          <a:p>
            <a:pPr lvl="5" marL="2592000" indent="-216000">
              <a:spcBef>
                <a:spcPts val="210"/>
              </a:spcBef>
              <a:buClr>
                <a:srgbClr val="77caee"/>
              </a:buClr>
              <a:buSzPct val="45000"/>
              <a:buFont typeface="Wingdings" charset="2"/>
              <a:buChar char=""/>
            </a:pPr>
            <a:r>
              <a:rPr b="0" lang="fr-FR" sz="1500" spc="-1" strike="noStrike">
                <a:solidFill>
                  <a:srgbClr val="009bdd"/>
                </a:solidFill>
                <a:latin typeface="Arial"/>
              </a:rPr>
              <a:t>Sixième niveau de plan</a:t>
            </a:r>
            <a:endParaRPr b="0" lang="fr-FR" sz="1500" spc="-1" strike="noStrike">
              <a:solidFill>
                <a:srgbClr val="009bdd"/>
              </a:solidFill>
              <a:latin typeface="Arial"/>
            </a:endParaRPr>
          </a:p>
          <a:p>
            <a:pPr lvl="6" marL="3024000" indent="-216000">
              <a:spcBef>
                <a:spcPts val="210"/>
              </a:spcBef>
              <a:buClr>
                <a:srgbClr val="77caee"/>
              </a:buClr>
              <a:buSzPct val="45000"/>
              <a:buFont typeface="Wingdings" charset="2"/>
              <a:buChar char=""/>
            </a:pPr>
            <a:r>
              <a:rPr b="0" lang="fr-FR" sz="1500" spc="-1" strike="noStrike">
                <a:solidFill>
                  <a:srgbClr val="009bdd"/>
                </a:solidFill>
                <a:latin typeface="Arial"/>
              </a:rPr>
              <a:t>Septième niveau de plan</a:t>
            </a:r>
            <a:endParaRPr b="0" lang="fr-FR" sz="1500" spc="-1" strike="noStrike">
              <a:solidFill>
                <a:srgbClr val="009bdd"/>
              </a:solidFill>
              <a:latin typeface="Arial"/>
            </a:endParaRPr>
          </a:p>
        </p:txBody>
      </p:sp>
      <p:sp>
        <p:nvSpPr>
          <p:cNvPr id="11" name="PlaceHolder 3"/>
          <p:cNvSpPr>
            <a:spLocks noGrp="1"/>
          </p:cNvSpPr>
          <p:nvPr>
            <p:ph type="dt" idx="4"/>
          </p:nvPr>
        </p:nvSpPr>
        <p:spPr>
          <a:xfrm>
            <a:off x="360000" y="5220000"/>
            <a:ext cx="2340000" cy="360000"/>
          </a:xfrm>
          <a:prstGeom prst="rect">
            <a:avLst/>
          </a:prstGeom>
          <a:noFill/>
          <a:ln w="0">
            <a:noFill/>
          </a:ln>
        </p:spPr>
        <p:txBody>
          <a:bodyPr lIns="0" rIns="0" tIns="0" bIns="0" anchor="t">
            <a:noAutofit/>
          </a:bodyPr>
          <a:lstStyle>
            <a:lvl1pPr indent="0">
              <a:buNone/>
              <a:defRPr b="0" lang="fr-FR" sz="1400" spc="-1" strike="noStrike">
                <a:solidFill>
                  <a:srgbClr val="ffffff"/>
                </a:solidFill>
                <a:latin typeface="Arial"/>
              </a:defRPr>
            </a:lvl1pPr>
          </a:lstStyle>
          <a:p>
            <a:pPr indent="0">
              <a:buNone/>
            </a:pPr>
            <a:r>
              <a:rPr b="0" lang="fr-FR" sz="1400" spc="-1" strike="noStrike">
                <a:solidFill>
                  <a:srgbClr val="ffffff"/>
                </a:solidFill>
                <a:latin typeface="Arial"/>
              </a:rPr>
              <a:t>&lt;date/heure&gt;</a:t>
            </a:r>
            <a:endParaRPr b="0" lang="fr-FR" sz="1400" spc="-1" strike="noStrike">
              <a:solidFill>
                <a:srgbClr val="ffffff"/>
              </a:solidFill>
              <a:latin typeface="Arial"/>
            </a:endParaRPr>
          </a:p>
        </p:txBody>
      </p:sp>
      <p:sp>
        <p:nvSpPr>
          <p:cNvPr id="12" name="PlaceHolder 4"/>
          <p:cNvSpPr>
            <a:spLocks noGrp="1"/>
          </p:cNvSpPr>
          <p:nvPr>
            <p:ph type="ftr" idx="5"/>
          </p:nvPr>
        </p:nvSpPr>
        <p:spPr>
          <a:xfrm>
            <a:off x="3420000" y="5220000"/>
            <a:ext cx="3240000" cy="360000"/>
          </a:xfrm>
          <a:prstGeom prst="rect">
            <a:avLst/>
          </a:prstGeom>
          <a:noFill/>
          <a:ln w="0">
            <a:noFill/>
          </a:ln>
        </p:spPr>
        <p:txBody>
          <a:bodyPr lIns="0" rIns="0" tIns="0" bIns="0" anchor="t">
            <a:noAutofit/>
          </a:bodyPr>
          <a:lstStyle>
            <a:lvl1pPr indent="0" algn="ctr">
              <a:buNone/>
              <a:defRPr b="0" lang="fr-FR" sz="1400" spc="-1" strike="noStrike">
                <a:solidFill>
                  <a:srgbClr val="ffffff"/>
                </a:solidFill>
                <a:latin typeface="Arial"/>
              </a:defRPr>
            </a:lvl1pPr>
          </a:lstStyle>
          <a:p>
            <a:pPr indent="0" algn="ctr">
              <a:buNone/>
            </a:pPr>
            <a:r>
              <a:rPr b="0" lang="fr-FR" sz="1400" spc="-1" strike="noStrike">
                <a:solidFill>
                  <a:srgbClr val="ffffff"/>
                </a:solidFill>
                <a:latin typeface="Arial"/>
              </a:rPr>
              <a:t>&lt;pied de page&gt;</a:t>
            </a:r>
            <a:endParaRPr b="0" lang="fr-FR" sz="1400" spc="-1" strike="noStrike">
              <a:solidFill>
                <a:srgbClr val="ffffff"/>
              </a:solidFill>
              <a:latin typeface="Arial"/>
            </a:endParaRPr>
          </a:p>
        </p:txBody>
      </p:sp>
      <p:sp>
        <p:nvSpPr>
          <p:cNvPr id="13" name="PlaceHolder 5"/>
          <p:cNvSpPr>
            <a:spLocks noGrp="1"/>
          </p:cNvSpPr>
          <p:nvPr>
            <p:ph type="sldNum" idx="6"/>
          </p:nvPr>
        </p:nvSpPr>
        <p:spPr>
          <a:xfrm>
            <a:off x="7380000" y="5220000"/>
            <a:ext cx="2340000" cy="360000"/>
          </a:xfrm>
          <a:prstGeom prst="rect">
            <a:avLst/>
          </a:prstGeom>
          <a:noFill/>
          <a:ln w="0">
            <a:noFill/>
          </a:ln>
        </p:spPr>
        <p:txBody>
          <a:bodyPr lIns="0" rIns="0" tIns="0" bIns="0" anchor="t">
            <a:noAutofit/>
          </a:bodyPr>
          <a:lstStyle>
            <a:lvl1pPr indent="0" algn="r">
              <a:buNone/>
              <a:defRPr b="0" lang="fr-FR" sz="1400" spc="-1" strike="noStrike">
                <a:solidFill>
                  <a:srgbClr val="ffffff"/>
                </a:solidFill>
                <a:latin typeface="Arial"/>
              </a:defRPr>
            </a:lvl1pPr>
          </a:lstStyle>
          <a:p>
            <a:pPr indent="0" algn="r">
              <a:buNone/>
            </a:pPr>
            <a:fld id="{0BF657C4-A34B-468B-BA2B-F6FB594010D5}" type="slidenum">
              <a:rPr b="0" lang="fr-FR" sz="1400" spc="-1" strike="noStrike">
                <a:solidFill>
                  <a:srgbClr val="ffffff"/>
                </a:solidFill>
                <a:latin typeface="Arial"/>
              </a:rPr>
              <a:t>&lt;numéro&gt;</a:t>
            </a:fld>
            <a:endParaRPr b="0" lang="fr-FR"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 id="2147483652"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Noto Sans"/>
              </a:rPr>
              <a:t>Cliquez pour éditer le format du texte-titre</a:t>
            </a:r>
            <a:endParaRPr b="0" lang="fr-FR" sz="4400" spc="-1" strike="noStrike">
              <a:solidFill>
                <a:srgbClr val="000000"/>
              </a:solidFill>
              <a:latin typeface="Noto Sans"/>
            </a:endParaRPr>
          </a:p>
        </p:txBody>
      </p:sp>
      <p:sp>
        <p:nvSpPr>
          <p:cNvPr id="18"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fontScale="98427"/>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Noto Sans"/>
              </a:rPr>
              <a:t>Cliquez pour éditer le format du plan de texte</a:t>
            </a:r>
            <a:endParaRPr b="0" lang="fr-FR" sz="3200" spc="-1" strike="noStrike">
              <a:solidFill>
                <a:srgbClr val="000000"/>
              </a:solidFill>
              <a:latin typeface="Noto Sans"/>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Noto Sans"/>
              </a:rPr>
              <a:t>Second niveau de plan</a:t>
            </a:r>
            <a:endParaRPr b="0" lang="fr-FR" sz="2800" spc="-1" strike="noStrike">
              <a:solidFill>
                <a:srgbClr val="000000"/>
              </a:solidFill>
              <a:latin typeface="Noto Sans"/>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Noto Sans"/>
              </a:rPr>
              <a:t>Troisième niveau de plan</a:t>
            </a:r>
            <a:endParaRPr b="0" lang="fr-FR" sz="2400" spc="-1" strike="noStrike">
              <a:solidFill>
                <a:srgbClr val="000000"/>
              </a:solidFill>
              <a:latin typeface="Noto Sans"/>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Noto Sans"/>
              </a:rPr>
              <a:t>Quatrième niveau de plan</a:t>
            </a:r>
            <a:endParaRPr b="0" lang="fr-FR" sz="2000" spc="-1" strike="noStrike">
              <a:solidFill>
                <a:srgbClr val="000000"/>
              </a:solidFill>
              <a:latin typeface="Noto Sans"/>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Noto Sans"/>
              </a:rPr>
              <a:t>Cinquième niveau de plan</a:t>
            </a:r>
            <a:endParaRPr b="0" lang="fr-FR" sz="2000" spc="-1" strike="noStrike">
              <a:solidFill>
                <a:srgbClr val="000000"/>
              </a:solidFill>
              <a:latin typeface="Noto Sans"/>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Noto Sans"/>
              </a:rPr>
              <a:t>Sixième niveau de plan</a:t>
            </a:r>
            <a:endParaRPr b="0" lang="fr-FR" sz="2000" spc="-1" strike="noStrike">
              <a:solidFill>
                <a:srgbClr val="000000"/>
              </a:solidFill>
              <a:latin typeface="Noto Sans"/>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Noto Sans"/>
              </a:rPr>
              <a:t>Septième niveau de plan</a:t>
            </a:r>
            <a:endParaRPr b="0" lang="fr-FR" sz="2000" spc="-1" strike="noStrike">
              <a:solidFill>
                <a:srgbClr val="000000"/>
              </a:solidFill>
              <a:latin typeface="Noto Sans"/>
            </a:endParaRPr>
          </a:p>
        </p:txBody>
      </p:sp>
      <p:sp>
        <p:nvSpPr>
          <p:cNvPr id="19" name="PlaceHolder 3"/>
          <p:cNvSpPr>
            <a:spLocks noGrp="1"/>
          </p:cNvSpPr>
          <p:nvPr>
            <p:ph type="dt" idx="7"/>
          </p:nvPr>
        </p:nvSpPr>
        <p:spPr>
          <a:xfrm>
            <a:off x="504000" y="5165280"/>
            <a:ext cx="2348280" cy="39060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Noto Sans"/>
              </a:defRPr>
            </a:lvl1pPr>
          </a:lstStyle>
          <a:p>
            <a:pPr indent="0">
              <a:buNone/>
            </a:pPr>
            <a:r>
              <a:rPr b="0" lang="fr-FR" sz="1400" spc="-1" strike="noStrike">
                <a:solidFill>
                  <a:srgbClr val="000000"/>
                </a:solidFill>
                <a:latin typeface="Noto Sans"/>
              </a:rPr>
              <a:t>&lt;date/heure&gt;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20" name="PlaceHolder 4"/>
          <p:cNvSpPr>
            <a:spLocks noGrp="1"/>
          </p:cNvSpPr>
          <p:nvPr>
            <p:ph type="ftr" idx="8"/>
          </p:nvPr>
        </p:nvSpPr>
        <p:spPr>
          <a:xfrm>
            <a:off x="3447360" y="5165280"/>
            <a:ext cx="3195000" cy="390600"/>
          </a:xfrm>
          <a:prstGeom prst="rect">
            <a:avLst/>
          </a:prstGeom>
          <a:noFill/>
          <a:ln w="0">
            <a:noFill/>
          </a:ln>
        </p:spPr>
        <p:txBody>
          <a:bodyPr lIns="0" rIns="0" tIns="0" bIns="0" anchor="t">
            <a:noAutofit/>
          </a:bodyPr>
          <a:lstStyle>
            <a:lvl1pPr indent="0" algn="ctr">
              <a:buNone/>
              <a:defRPr b="0" lang="fr-FR" sz="1400" spc="-1" strike="noStrike">
                <a:solidFill>
                  <a:srgbClr val="000000"/>
                </a:solidFill>
                <a:latin typeface="Noto Sans"/>
              </a:defRPr>
            </a:lvl1pPr>
          </a:lstStyle>
          <a:p>
            <a:pPr indent="0" algn="ctr">
              <a:buNone/>
            </a:pPr>
            <a:r>
              <a:rPr b="0" lang="fr-FR" sz="1400" spc="-1" strike="noStrike">
                <a:solidFill>
                  <a:srgbClr val="000000"/>
                </a:solidFill>
                <a:latin typeface="Noto Sans"/>
              </a:rPr>
              <a:t>&lt;pied de page&gt;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21" name="PlaceHolder 5"/>
          <p:cNvSpPr>
            <a:spLocks noGrp="1"/>
          </p:cNvSpPr>
          <p:nvPr>
            <p:ph type="sldNum" idx="9"/>
          </p:nvPr>
        </p:nvSpPr>
        <p:spPr>
          <a:xfrm>
            <a:off x="7227360" y="5165280"/>
            <a:ext cx="2348280" cy="39060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Noto Sans"/>
              </a:defRPr>
            </a:lvl1pPr>
          </a:lstStyle>
          <a:p>
            <a:pPr indent="0" algn="r">
              <a:buNone/>
            </a:pPr>
            <a:fld id="{E68C7B90-6759-4E47-94EF-6A7A9E1051FA}" type="slidenum">
              <a:rPr b="0" lang="fr-FR" sz="1400" spc="-1" strike="noStrike">
                <a:solidFill>
                  <a:srgbClr val="000000"/>
                </a:solidFill>
                <a:latin typeface="Noto Sans"/>
              </a:rPr>
              <a:t>&lt;numéro&gt;</a:t>
            </a:fld>
            <a:r>
              <a:rPr b="0" lang="fr-FR" sz="1400" spc="-1" strike="noStrike">
                <a:solidFill>
                  <a:srgbClr val="000000"/>
                </a:solidFill>
                <a:latin typeface="Noto Sans"/>
              </a:rPr>
              <a:t> </a:t>
            </a:r>
            <a:endParaRPr b="0" lang="fr-FR" sz="1400" spc="-1" strike="noStrike">
              <a:solidFill>
                <a:srgbClr val="000000"/>
              </a:solidFill>
              <a:latin typeface="Noto Sans"/>
            </a:endParaRPr>
          </a:p>
        </p:txBody>
      </p:sp>
      <p:grpSp>
        <p:nvGrpSpPr>
          <p:cNvPr id="22" name=""/>
          <p:cNvGrpSpPr/>
          <p:nvPr/>
        </p:nvGrpSpPr>
        <p:grpSpPr>
          <a:xfrm>
            <a:off x="2416320" y="215640"/>
            <a:ext cx="5248800" cy="80640"/>
            <a:chOff x="2416320" y="215640"/>
            <a:chExt cx="5248800" cy="80640"/>
          </a:xfrm>
        </p:grpSpPr>
        <p:sp>
          <p:nvSpPr>
            <p:cNvPr id="23" name=""/>
            <p:cNvSpPr/>
            <p:nvPr/>
          </p:nvSpPr>
          <p:spPr>
            <a:xfrm>
              <a:off x="509832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2"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5" y="185"/>
                    <a:pt x="39" y="199"/>
                    <a:pt x="56" y="209"/>
                  </a:cubicBezTo>
                  <a:cubicBezTo>
                    <a:pt x="73" y="218"/>
                    <a:pt x="92" y="224"/>
                    <a:pt x="112" y="224"/>
                  </a:cubicBezTo>
                  <a:cubicBezTo>
                    <a:pt x="132" y="224"/>
                    <a:pt x="151" y="218"/>
                    <a:pt x="168" y="209"/>
                  </a:cubicBezTo>
                  <a:cubicBezTo>
                    <a:pt x="185" y="199"/>
                    <a:pt x="199" y="185"/>
                    <a:pt x="209" y="168"/>
                  </a:cubicBezTo>
                  <a:cubicBezTo>
                    <a:pt x="219" y="151"/>
                    <a:pt x="224" y="132"/>
                    <a:pt x="224" y="112"/>
                  </a:cubicBezTo>
                  <a:close/>
                </a:path>
              </a:pathLst>
            </a:custGeom>
            <a:solidFill>
              <a:srgbClr val="e54b87"/>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24" name=""/>
            <p:cNvSpPr/>
            <p:nvPr/>
          </p:nvSpPr>
          <p:spPr>
            <a:xfrm>
              <a:off x="528984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5" y="185"/>
                    <a:pt x="39" y="199"/>
                    <a:pt x="56" y="209"/>
                  </a:cubicBezTo>
                  <a:cubicBezTo>
                    <a:pt x="73" y="218"/>
                    <a:pt x="92" y="224"/>
                    <a:pt x="112" y="224"/>
                  </a:cubicBezTo>
                  <a:cubicBezTo>
                    <a:pt x="131" y="224"/>
                    <a:pt x="151" y="218"/>
                    <a:pt x="168" y="209"/>
                  </a:cubicBezTo>
                  <a:cubicBezTo>
                    <a:pt x="185" y="199"/>
                    <a:pt x="199" y="185"/>
                    <a:pt x="209" y="168"/>
                  </a:cubicBezTo>
                  <a:cubicBezTo>
                    <a:pt x="219" y="151"/>
                    <a:pt x="224" y="132"/>
                    <a:pt x="224" y="112"/>
                  </a:cubicBezTo>
                  <a:close/>
                </a:path>
              </a:pathLst>
            </a:custGeom>
            <a:solidFill>
              <a:srgbClr val="f8b621"/>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25" name=""/>
            <p:cNvSpPr/>
            <p:nvPr/>
          </p:nvSpPr>
          <p:spPr>
            <a:xfrm>
              <a:off x="4710960" y="215640"/>
              <a:ext cx="80280" cy="80640"/>
            </a:xfrm>
            <a:custGeom>
              <a:avLst/>
              <a:gdLst/>
              <a:ahLst/>
              <a:rect l="0" t="0" r="r" b="b"/>
              <a:pathLst>
                <a:path w="223" h="224">
                  <a:moveTo>
                    <a:pt x="223" y="112"/>
                  </a:moveTo>
                  <a:cubicBezTo>
                    <a:pt x="223" y="93"/>
                    <a:pt x="218"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4" y="185"/>
                    <a:pt x="39" y="199"/>
                    <a:pt x="56" y="209"/>
                  </a:cubicBezTo>
                  <a:cubicBezTo>
                    <a:pt x="73" y="218"/>
                    <a:pt x="92" y="224"/>
                    <a:pt x="112" y="224"/>
                  </a:cubicBezTo>
                  <a:cubicBezTo>
                    <a:pt x="131" y="224"/>
                    <a:pt x="151" y="218"/>
                    <a:pt x="168" y="209"/>
                  </a:cubicBezTo>
                  <a:cubicBezTo>
                    <a:pt x="185" y="199"/>
                    <a:pt x="199" y="185"/>
                    <a:pt x="209" y="168"/>
                  </a:cubicBezTo>
                  <a:cubicBezTo>
                    <a:pt x="218" y="151"/>
                    <a:pt x="223" y="132"/>
                    <a:pt x="223" y="112"/>
                  </a:cubicBezTo>
                  <a:close/>
                </a:path>
              </a:pathLst>
            </a:custGeom>
            <a:solidFill>
              <a:srgbClr val="7f59ae"/>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26" name=""/>
            <p:cNvSpPr/>
            <p:nvPr/>
          </p:nvSpPr>
          <p:spPr>
            <a:xfrm>
              <a:off x="490212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6" y="151"/>
                    <a:pt x="15" y="168"/>
                  </a:cubicBezTo>
                  <a:cubicBezTo>
                    <a:pt x="25" y="185"/>
                    <a:pt x="39" y="199"/>
                    <a:pt x="56" y="209"/>
                  </a:cubicBezTo>
                  <a:cubicBezTo>
                    <a:pt x="73" y="218"/>
                    <a:pt x="93" y="224"/>
                    <a:pt x="112" y="224"/>
                  </a:cubicBezTo>
                  <a:cubicBezTo>
                    <a:pt x="132" y="224"/>
                    <a:pt x="151" y="218"/>
                    <a:pt x="168" y="209"/>
                  </a:cubicBezTo>
                  <a:cubicBezTo>
                    <a:pt x="185" y="199"/>
                    <a:pt x="199" y="185"/>
                    <a:pt x="209" y="168"/>
                  </a:cubicBezTo>
                  <a:cubicBezTo>
                    <a:pt x="219" y="151"/>
                    <a:pt x="224" y="132"/>
                    <a:pt x="224" y="112"/>
                  </a:cubicBezTo>
                  <a:close/>
                </a:path>
              </a:pathLst>
            </a:custGeom>
            <a:solidFill>
              <a:srgbClr val="60c4e4"/>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27" name=""/>
            <p:cNvSpPr/>
            <p:nvPr/>
          </p:nvSpPr>
          <p:spPr>
            <a:xfrm>
              <a:off x="5330160" y="255960"/>
              <a:ext cx="2334960" cy="0"/>
            </a:xfrm>
            <a:custGeom>
              <a:avLst/>
              <a:gdLst/>
              <a:ahLst/>
              <a:rect l="0" t="0" r="r" b="b"/>
              <a:pathLst>
                <a:path fill="none" w="6486" h="0">
                  <a:moveTo>
                    <a:pt x="0" y="0"/>
                  </a:moveTo>
                  <a:cubicBezTo>
                    <a:pt x="2162" y="0"/>
                    <a:pt x="4324" y="0"/>
                    <a:pt x="6486" y="0"/>
                  </a:cubicBezTo>
                </a:path>
              </a:pathLst>
            </a:custGeom>
            <a:ln cap="rnd" w="10440">
              <a:solidFill>
                <a:srgbClr val="f8b621"/>
              </a:solidFill>
              <a:round/>
            </a:ln>
          </p:spPr>
          <p:txBody>
            <a:bodyPr lIns="95040" rIns="95040" tIns="-50040" bIns="-50040" anchor="ctr" anchorCtr="1">
              <a:noAutofit/>
            </a:bodyPr>
            <a:p>
              <a:endParaRPr b="0" lang="fr-FR" sz="1800" spc="-1" strike="noStrike">
                <a:solidFill>
                  <a:srgbClr val="ffffff"/>
                </a:solidFill>
                <a:latin typeface="Arial"/>
              </a:endParaRPr>
            </a:p>
          </p:txBody>
        </p:sp>
        <p:sp>
          <p:nvSpPr>
            <p:cNvPr id="28" name=""/>
            <p:cNvSpPr/>
            <p:nvPr/>
          </p:nvSpPr>
          <p:spPr>
            <a:xfrm>
              <a:off x="2416320" y="255960"/>
              <a:ext cx="2334960" cy="0"/>
            </a:xfrm>
            <a:custGeom>
              <a:avLst/>
              <a:gdLst/>
              <a:ahLst/>
              <a:rect l="0" t="0" r="r" b="b"/>
              <a:pathLst>
                <a:path fill="none" w="6486" h="0">
                  <a:moveTo>
                    <a:pt x="0" y="0"/>
                  </a:moveTo>
                  <a:cubicBezTo>
                    <a:pt x="2162" y="0"/>
                    <a:pt x="4324" y="0"/>
                    <a:pt x="6486" y="0"/>
                  </a:cubicBezTo>
                </a:path>
              </a:pathLst>
            </a:custGeom>
            <a:ln cap="rnd" w="10440">
              <a:solidFill>
                <a:srgbClr val="7f59ae"/>
              </a:solidFill>
              <a:round/>
            </a:ln>
          </p:spPr>
          <p:txBody>
            <a:bodyPr lIns="95040" rIns="95040" tIns="-50040" bIns="-50040" anchor="ctr" anchorCtr="1">
              <a:noAutofit/>
            </a:bodyPr>
            <a:p>
              <a:endParaRPr b="0" lang="fr-FR" sz="1800" spc="-1" strike="noStrike">
                <a:solidFill>
                  <a:srgbClr val="ffffff"/>
                </a:solidFill>
                <a:latin typeface="Arial"/>
              </a:endParaRPr>
            </a:p>
          </p:txBody>
        </p:sp>
      </p:grpSp>
      <p:grpSp>
        <p:nvGrpSpPr>
          <p:cNvPr id="29" name=""/>
          <p:cNvGrpSpPr/>
          <p:nvPr/>
        </p:nvGrpSpPr>
        <p:grpSpPr>
          <a:xfrm>
            <a:off x="2383560" y="5446080"/>
            <a:ext cx="5248800" cy="80640"/>
            <a:chOff x="2383560" y="5446080"/>
            <a:chExt cx="5248800" cy="80640"/>
          </a:xfrm>
        </p:grpSpPr>
        <p:sp>
          <p:nvSpPr>
            <p:cNvPr id="30" name=""/>
            <p:cNvSpPr/>
            <p:nvPr/>
          </p:nvSpPr>
          <p:spPr>
            <a:xfrm>
              <a:off x="490212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2" y="0"/>
                    <a:pt x="112" y="0"/>
                  </a:cubicBezTo>
                  <a:cubicBezTo>
                    <a:pt x="93" y="0"/>
                    <a:pt x="73" y="5"/>
                    <a:pt x="56" y="15"/>
                  </a:cubicBezTo>
                  <a:cubicBezTo>
                    <a:pt x="39" y="25"/>
                    <a:pt x="25" y="39"/>
                    <a:pt x="15" y="56"/>
                  </a:cubicBezTo>
                  <a:cubicBezTo>
                    <a:pt x="6" y="73"/>
                    <a:pt x="0" y="92"/>
                    <a:pt x="0" y="112"/>
                  </a:cubicBezTo>
                  <a:close/>
                </a:path>
              </a:pathLst>
            </a:custGeom>
            <a:solidFill>
              <a:srgbClr val="e54b87"/>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31" name=""/>
            <p:cNvSpPr/>
            <p:nvPr/>
          </p:nvSpPr>
          <p:spPr>
            <a:xfrm>
              <a:off x="4710960" y="5446080"/>
              <a:ext cx="80280" cy="80640"/>
            </a:xfrm>
            <a:custGeom>
              <a:avLst/>
              <a:gdLst/>
              <a:ahLst/>
              <a:rect l="0" t="0" r="r" b="b"/>
              <a:pathLst>
                <a:path w="223"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8" y="151"/>
                    <a:pt x="223" y="132"/>
                    <a:pt x="223" y="112"/>
                  </a:cubicBezTo>
                  <a:cubicBezTo>
                    <a:pt x="223" y="92"/>
                    <a:pt x="218" y="73"/>
                    <a:pt x="209" y="56"/>
                  </a:cubicBezTo>
                  <a:cubicBezTo>
                    <a:pt x="199" y="39"/>
                    <a:pt x="185" y="25"/>
                    <a:pt x="168" y="15"/>
                  </a:cubicBezTo>
                  <a:cubicBezTo>
                    <a:pt x="151" y="5"/>
                    <a:pt x="131" y="0"/>
                    <a:pt x="112" y="0"/>
                  </a:cubicBezTo>
                  <a:cubicBezTo>
                    <a:pt x="92" y="0"/>
                    <a:pt x="73" y="5"/>
                    <a:pt x="56" y="15"/>
                  </a:cubicBezTo>
                  <a:cubicBezTo>
                    <a:pt x="39" y="25"/>
                    <a:pt x="24" y="39"/>
                    <a:pt x="15" y="56"/>
                  </a:cubicBezTo>
                  <a:cubicBezTo>
                    <a:pt x="5" y="73"/>
                    <a:pt x="0" y="92"/>
                    <a:pt x="0" y="112"/>
                  </a:cubicBezTo>
                  <a:close/>
                </a:path>
              </a:pathLst>
            </a:custGeom>
            <a:solidFill>
              <a:srgbClr val="f8b621"/>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32" name=""/>
            <p:cNvSpPr/>
            <p:nvPr/>
          </p:nvSpPr>
          <p:spPr>
            <a:xfrm>
              <a:off x="528984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2"/>
                    <a:pt x="0" y="112"/>
                  </a:cubicBezTo>
                  <a:close/>
                </a:path>
              </a:pathLst>
            </a:custGeom>
            <a:solidFill>
              <a:srgbClr val="7f59ae"/>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33" name=""/>
            <p:cNvSpPr/>
            <p:nvPr/>
          </p:nvSpPr>
          <p:spPr>
            <a:xfrm>
              <a:off x="509832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2"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2" y="0"/>
                    <a:pt x="112" y="0"/>
                  </a:cubicBezTo>
                  <a:cubicBezTo>
                    <a:pt x="92" y="0"/>
                    <a:pt x="73" y="5"/>
                    <a:pt x="56" y="15"/>
                  </a:cubicBezTo>
                  <a:cubicBezTo>
                    <a:pt x="39" y="25"/>
                    <a:pt x="25" y="39"/>
                    <a:pt x="15" y="56"/>
                  </a:cubicBezTo>
                  <a:cubicBezTo>
                    <a:pt x="5" y="73"/>
                    <a:pt x="0" y="92"/>
                    <a:pt x="0" y="112"/>
                  </a:cubicBezTo>
                  <a:close/>
                </a:path>
              </a:pathLst>
            </a:custGeom>
            <a:solidFill>
              <a:srgbClr val="60c4e4"/>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34" name=""/>
            <p:cNvSpPr/>
            <p:nvPr/>
          </p:nvSpPr>
          <p:spPr>
            <a:xfrm>
              <a:off x="2383560" y="5486400"/>
              <a:ext cx="2334960" cy="0"/>
            </a:xfrm>
            <a:custGeom>
              <a:avLst/>
              <a:gdLst/>
              <a:ahLst/>
              <a:rect l="0" t="0" r="r" b="b"/>
              <a:pathLst>
                <a:path fill="none" w="6486" h="0">
                  <a:moveTo>
                    <a:pt x="0" y="0"/>
                  </a:moveTo>
                  <a:cubicBezTo>
                    <a:pt x="2162" y="0"/>
                    <a:pt x="4324" y="0"/>
                    <a:pt x="6486" y="0"/>
                  </a:cubicBezTo>
                </a:path>
              </a:pathLst>
            </a:custGeom>
            <a:ln cap="rnd" w="10440">
              <a:solidFill>
                <a:srgbClr val="f8b621"/>
              </a:solidFill>
              <a:round/>
            </a:ln>
          </p:spPr>
          <p:txBody>
            <a:bodyPr lIns="95040" rIns="95040" tIns="-50040" bIns="-50040" anchor="ctr" anchorCtr="1">
              <a:noAutofit/>
            </a:bodyPr>
            <a:p>
              <a:endParaRPr b="0" lang="fr-FR" sz="1800" spc="-1" strike="noStrike">
                <a:solidFill>
                  <a:srgbClr val="ffffff"/>
                </a:solidFill>
                <a:latin typeface="Arial"/>
              </a:endParaRPr>
            </a:p>
          </p:txBody>
        </p:sp>
        <p:sp>
          <p:nvSpPr>
            <p:cNvPr id="35" name=""/>
            <p:cNvSpPr/>
            <p:nvPr/>
          </p:nvSpPr>
          <p:spPr>
            <a:xfrm>
              <a:off x="5297400" y="5486400"/>
              <a:ext cx="2334960" cy="0"/>
            </a:xfrm>
            <a:custGeom>
              <a:avLst/>
              <a:gdLst/>
              <a:ahLst/>
              <a:rect l="0" t="0" r="r" b="b"/>
              <a:pathLst>
                <a:path fill="none" w="6486" h="0">
                  <a:moveTo>
                    <a:pt x="0" y="0"/>
                  </a:moveTo>
                  <a:cubicBezTo>
                    <a:pt x="2162" y="0"/>
                    <a:pt x="4324" y="0"/>
                    <a:pt x="6486" y="0"/>
                  </a:cubicBezTo>
                </a:path>
              </a:pathLst>
            </a:custGeom>
            <a:ln cap="rnd" w="10440">
              <a:solidFill>
                <a:srgbClr val="7f59ae"/>
              </a:solidFill>
              <a:round/>
            </a:ln>
          </p:spPr>
          <p:txBody>
            <a:bodyPr lIns="95040" rIns="95040" tIns="-50040" bIns="-50040" anchor="ctr" anchorCtr="1">
              <a:noAutofit/>
            </a:bodyPr>
            <a:p>
              <a:endParaRPr b="0" lang="fr-FR" sz="1800" spc="-1" strike="noStrike">
                <a:solidFill>
                  <a:srgbClr val="ffffff"/>
                </a:solidFill>
                <a:latin typeface="Arial"/>
              </a:endParaRPr>
            </a:p>
          </p:txBody>
        </p:sp>
      </p:grpSp>
    </p:spTree>
  </p:cSld>
  <p:clrMap bg1="lt1" bg2="lt2" tx1="dk1" tx2="dk2" accent1="accent1" accent2="accent2" accent3="accent3" accent4="accent4" accent5="accent5" accent6="accent6" hlink="hlink" folHlink="folHlink"/>
  <p:sldLayoutIdLst>
    <p:sldLayoutId id="2147483654"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
          <p:cNvSpPr/>
          <p:nvPr/>
        </p:nvSpPr>
        <p:spPr>
          <a:xfrm>
            <a:off x="0" y="997920"/>
            <a:ext cx="2520360" cy="3674520"/>
          </a:xfrm>
          <a:custGeom>
            <a:avLst/>
            <a:gdLst/>
            <a:ahLst/>
            <a:rect l="0" t="0" r="r" b="b"/>
            <a:pathLst>
              <a:path w="7001" h="10207">
                <a:moveTo>
                  <a:pt x="0" y="0"/>
                </a:moveTo>
                <a:cubicBezTo>
                  <a:pt x="2334" y="0"/>
                  <a:pt x="4667" y="0"/>
                  <a:pt x="7001" y="0"/>
                </a:cubicBezTo>
                <a:cubicBezTo>
                  <a:pt x="7001" y="3402"/>
                  <a:pt x="7001" y="6805"/>
                  <a:pt x="7001" y="10207"/>
                </a:cubicBezTo>
                <a:cubicBezTo>
                  <a:pt x="4667" y="10207"/>
                  <a:pt x="2334" y="10207"/>
                  <a:pt x="0" y="10207"/>
                </a:cubicBezTo>
                <a:cubicBezTo>
                  <a:pt x="0" y="6805"/>
                  <a:pt x="0" y="3402"/>
                  <a:pt x="0" y="0"/>
                </a:cubicBezTo>
                <a:close/>
              </a:path>
            </a:pathLst>
          </a:custGeom>
          <a:solidFill>
            <a:srgbClr val="7f59ae"/>
          </a:solidFill>
          <a:ln w="0">
            <a:noFill/>
          </a:ln>
        </p:spPr>
        <p:txBody>
          <a:bodyPr lIns="90000" rIns="90000" tIns="45000" bIns="45000" anchor="ctr" anchorCtr="1">
            <a:noAutofit/>
          </a:bodyPr>
          <a:p>
            <a:endParaRPr b="0" lang="fr-FR" sz="1800" spc="-1" strike="noStrike">
              <a:solidFill>
                <a:srgbClr val="ffffff"/>
              </a:solidFill>
              <a:latin typeface="Arial"/>
            </a:endParaRPr>
          </a:p>
        </p:txBody>
      </p:sp>
      <p:sp>
        <p:nvSpPr>
          <p:cNvPr id="38" name=""/>
          <p:cNvSpPr/>
          <p:nvPr/>
        </p:nvSpPr>
        <p:spPr>
          <a:xfrm>
            <a:off x="2520360" y="997920"/>
            <a:ext cx="2520000" cy="3674520"/>
          </a:xfrm>
          <a:custGeom>
            <a:avLst/>
            <a:gdLst/>
            <a:ahLst/>
            <a:rect l="0" t="0" r="r" b="b"/>
            <a:pathLst>
              <a:path w="7000" h="10207">
                <a:moveTo>
                  <a:pt x="0" y="0"/>
                </a:moveTo>
                <a:cubicBezTo>
                  <a:pt x="2333" y="0"/>
                  <a:pt x="4667" y="0"/>
                  <a:pt x="7000" y="0"/>
                </a:cubicBezTo>
                <a:cubicBezTo>
                  <a:pt x="7000" y="3402"/>
                  <a:pt x="7000" y="6805"/>
                  <a:pt x="7000" y="10207"/>
                </a:cubicBezTo>
                <a:cubicBezTo>
                  <a:pt x="4667" y="10207"/>
                  <a:pt x="2333" y="10207"/>
                  <a:pt x="0" y="10207"/>
                </a:cubicBezTo>
                <a:cubicBezTo>
                  <a:pt x="0" y="6805"/>
                  <a:pt x="0" y="3402"/>
                  <a:pt x="0" y="0"/>
                </a:cubicBezTo>
                <a:close/>
              </a:path>
            </a:pathLst>
          </a:custGeom>
          <a:solidFill>
            <a:srgbClr val="60c4e4"/>
          </a:solidFill>
          <a:ln w="0">
            <a:noFill/>
          </a:ln>
        </p:spPr>
        <p:txBody>
          <a:bodyPr lIns="90000" rIns="90000" tIns="45000" bIns="45000" anchor="ctr" anchorCtr="1">
            <a:noAutofit/>
          </a:bodyPr>
          <a:p>
            <a:endParaRPr b="0" lang="fr-FR" sz="1800" spc="-1" strike="noStrike">
              <a:solidFill>
                <a:srgbClr val="000000"/>
              </a:solidFill>
              <a:latin typeface="Arial"/>
            </a:endParaRPr>
          </a:p>
        </p:txBody>
      </p:sp>
      <p:sp>
        <p:nvSpPr>
          <p:cNvPr id="39" name=""/>
          <p:cNvSpPr/>
          <p:nvPr/>
        </p:nvSpPr>
        <p:spPr>
          <a:xfrm>
            <a:off x="5040360" y="997920"/>
            <a:ext cx="2520360" cy="3674520"/>
          </a:xfrm>
          <a:custGeom>
            <a:avLst/>
            <a:gdLst/>
            <a:ahLst/>
            <a:rect l="0" t="0" r="r" b="b"/>
            <a:pathLst>
              <a:path w="7001" h="10207">
                <a:moveTo>
                  <a:pt x="0" y="0"/>
                </a:moveTo>
                <a:cubicBezTo>
                  <a:pt x="2334" y="0"/>
                  <a:pt x="4667" y="0"/>
                  <a:pt x="7001" y="0"/>
                </a:cubicBezTo>
                <a:cubicBezTo>
                  <a:pt x="7001" y="3402"/>
                  <a:pt x="7001" y="6805"/>
                  <a:pt x="7001" y="10207"/>
                </a:cubicBezTo>
                <a:cubicBezTo>
                  <a:pt x="4667" y="10207"/>
                  <a:pt x="2334" y="10207"/>
                  <a:pt x="0" y="10207"/>
                </a:cubicBezTo>
                <a:cubicBezTo>
                  <a:pt x="0" y="6805"/>
                  <a:pt x="0" y="3402"/>
                  <a:pt x="0" y="0"/>
                </a:cubicBezTo>
                <a:close/>
              </a:path>
            </a:pathLst>
          </a:custGeom>
          <a:solidFill>
            <a:srgbClr val="e54b89"/>
          </a:solidFill>
          <a:ln w="0">
            <a:noFill/>
          </a:ln>
        </p:spPr>
        <p:txBody>
          <a:bodyPr lIns="90000" rIns="90000" tIns="45000" bIns="45000" anchor="ctr" anchorCtr="1">
            <a:noAutofit/>
          </a:bodyPr>
          <a:p>
            <a:endParaRPr b="0" lang="fr-FR" sz="1800" spc="-1" strike="noStrike">
              <a:solidFill>
                <a:srgbClr val="ffffff"/>
              </a:solidFill>
              <a:latin typeface="Arial"/>
            </a:endParaRPr>
          </a:p>
        </p:txBody>
      </p:sp>
      <p:sp>
        <p:nvSpPr>
          <p:cNvPr id="40" name=""/>
          <p:cNvSpPr/>
          <p:nvPr/>
        </p:nvSpPr>
        <p:spPr>
          <a:xfrm>
            <a:off x="7560720" y="997920"/>
            <a:ext cx="2518920" cy="3674520"/>
          </a:xfrm>
          <a:custGeom>
            <a:avLst/>
            <a:gdLst/>
            <a:ahLst/>
            <a:rect l="0" t="0" r="r" b="b"/>
            <a:pathLst>
              <a:path w="6997" h="10207">
                <a:moveTo>
                  <a:pt x="0" y="0"/>
                </a:moveTo>
                <a:cubicBezTo>
                  <a:pt x="2332" y="0"/>
                  <a:pt x="4665" y="0"/>
                  <a:pt x="6997" y="0"/>
                </a:cubicBezTo>
                <a:cubicBezTo>
                  <a:pt x="6997" y="3402"/>
                  <a:pt x="6997" y="6805"/>
                  <a:pt x="6997" y="10207"/>
                </a:cubicBezTo>
                <a:cubicBezTo>
                  <a:pt x="4665" y="10207"/>
                  <a:pt x="2332" y="10207"/>
                  <a:pt x="0" y="10207"/>
                </a:cubicBezTo>
                <a:cubicBezTo>
                  <a:pt x="0" y="6805"/>
                  <a:pt x="0" y="3402"/>
                  <a:pt x="0" y="0"/>
                </a:cubicBezTo>
                <a:close/>
              </a:path>
            </a:pathLst>
          </a:custGeom>
          <a:solidFill>
            <a:srgbClr val="f8b622"/>
          </a:solidFill>
          <a:ln w="0">
            <a:noFill/>
          </a:ln>
        </p:spPr>
        <p:txBody>
          <a:bodyPr lIns="90000" rIns="90000" tIns="45000" bIns="45000" anchor="ctr" anchorCtr="1">
            <a:noAutofit/>
          </a:bodyPr>
          <a:p>
            <a:endParaRPr b="0" lang="fr-FR" sz="1800" spc="-1" strike="noStrike">
              <a:solidFill>
                <a:srgbClr val="000000"/>
              </a:solidFill>
              <a:latin typeface="Arial"/>
            </a:endParaRPr>
          </a:p>
        </p:txBody>
      </p:sp>
      <p:sp>
        <p:nvSpPr>
          <p:cNvPr id="41"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Noto Sans"/>
              </a:rPr>
              <a:t>Cliquez pour éditer le format du texte-titre</a:t>
            </a:r>
            <a:endParaRPr b="0" lang="fr-FR" sz="4400" spc="-1" strike="noStrike">
              <a:solidFill>
                <a:srgbClr val="000000"/>
              </a:solidFill>
              <a:latin typeface="Noto Sans"/>
            </a:endParaRPr>
          </a:p>
        </p:txBody>
      </p:sp>
      <p:sp>
        <p:nvSpPr>
          <p:cNvPr id="42"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Noto Sans"/>
              </a:rPr>
              <a:t>Click to edit the outline text format</a:t>
            </a:r>
            <a:endParaRPr b="0" lang="fr-FR" sz="3200" spc="-1" strike="noStrike">
              <a:solidFill>
                <a:srgbClr val="000000"/>
              </a:solidFill>
              <a:latin typeface="Noto Sans"/>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Noto Sans"/>
              </a:rPr>
              <a:t>Second Outline Level</a:t>
            </a:r>
            <a:endParaRPr b="0" lang="fr-FR" sz="2800" spc="-1" strike="noStrike">
              <a:solidFill>
                <a:srgbClr val="000000"/>
              </a:solidFill>
              <a:latin typeface="Noto Sans"/>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Noto Sans"/>
              </a:rPr>
              <a:t>Third Outline Level</a:t>
            </a:r>
            <a:endParaRPr b="0" lang="fr-FR" sz="2400" spc="-1" strike="noStrike">
              <a:solidFill>
                <a:srgbClr val="000000"/>
              </a:solidFill>
              <a:latin typeface="Noto Sans"/>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Noto Sans"/>
              </a:rPr>
              <a:t>Fourth Outline Level</a:t>
            </a:r>
            <a:endParaRPr b="0" lang="fr-FR" sz="2000" spc="-1" strike="noStrike">
              <a:solidFill>
                <a:srgbClr val="000000"/>
              </a:solidFill>
              <a:latin typeface="Noto Sans"/>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Noto Sans"/>
              </a:rPr>
              <a:t>Fifth Outline Level</a:t>
            </a:r>
            <a:endParaRPr b="0" lang="fr-FR" sz="2000" spc="-1" strike="noStrike">
              <a:solidFill>
                <a:srgbClr val="000000"/>
              </a:solidFill>
              <a:latin typeface="Noto Sans"/>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Noto Sans"/>
              </a:rPr>
              <a:t>Sixth Outline Level</a:t>
            </a:r>
            <a:endParaRPr b="0" lang="fr-FR" sz="2000" spc="-1" strike="noStrike">
              <a:solidFill>
                <a:srgbClr val="000000"/>
              </a:solidFill>
              <a:latin typeface="Noto Sans"/>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Noto Sans"/>
              </a:rPr>
              <a:t>Seventh Outline Level</a:t>
            </a:r>
            <a:endParaRPr b="0" lang="fr-FR" sz="2000" spc="-1" strike="noStrike">
              <a:solidFill>
                <a:srgbClr val="000000"/>
              </a:solidFill>
              <a:latin typeface="Noto Sans"/>
            </a:endParaRPr>
          </a:p>
        </p:txBody>
      </p:sp>
      <p:sp>
        <p:nvSpPr>
          <p:cNvPr id="43" name="PlaceHolder 3"/>
          <p:cNvSpPr>
            <a:spLocks noGrp="1"/>
          </p:cNvSpPr>
          <p:nvPr>
            <p:ph type="dt" idx="10"/>
          </p:nvPr>
        </p:nvSpPr>
        <p:spPr>
          <a:xfrm>
            <a:off x="504000" y="5165280"/>
            <a:ext cx="2348280" cy="39060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Noto Sans"/>
              </a:defRPr>
            </a:lvl1pPr>
          </a:lstStyle>
          <a:p>
            <a:pPr indent="0">
              <a:buNone/>
            </a:pPr>
            <a:r>
              <a:rPr b="0" lang="fr-FR" sz="1400" spc="-1" strike="noStrike">
                <a:solidFill>
                  <a:srgbClr val="000000"/>
                </a:solidFill>
                <a:latin typeface="Noto Sans"/>
              </a:rPr>
              <a:t>&lt;date/heure&gt;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44" name="PlaceHolder 4"/>
          <p:cNvSpPr>
            <a:spLocks noGrp="1"/>
          </p:cNvSpPr>
          <p:nvPr>
            <p:ph type="ftr" idx="11"/>
          </p:nvPr>
        </p:nvSpPr>
        <p:spPr>
          <a:xfrm>
            <a:off x="3447360" y="5165280"/>
            <a:ext cx="3195000" cy="390600"/>
          </a:xfrm>
          <a:prstGeom prst="rect">
            <a:avLst/>
          </a:prstGeom>
          <a:noFill/>
          <a:ln w="0">
            <a:noFill/>
          </a:ln>
        </p:spPr>
        <p:txBody>
          <a:bodyPr lIns="0" rIns="0" tIns="0" bIns="0" anchor="t">
            <a:noAutofit/>
          </a:bodyPr>
          <a:lstStyle>
            <a:lvl1pPr indent="0" algn="ctr">
              <a:buNone/>
              <a:defRPr b="0" lang="fr-FR" sz="1400" spc="-1" strike="noStrike">
                <a:solidFill>
                  <a:srgbClr val="000000"/>
                </a:solidFill>
                <a:latin typeface="Noto Sans"/>
              </a:defRPr>
            </a:lvl1pPr>
          </a:lstStyle>
          <a:p>
            <a:pPr indent="0" algn="ctr">
              <a:buNone/>
            </a:pPr>
            <a:r>
              <a:rPr b="0" lang="fr-FR" sz="1400" spc="-1" strike="noStrike">
                <a:solidFill>
                  <a:srgbClr val="000000"/>
                </a:solidFill>
                <a:latin typeface="Noto Sans"/>
              </a:rPr>
              <a:t>&lt;pied de page&gt;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45" name="PlaceHolder 5"/>
          <p:cNvSpPr>
            <a:spLocks noGrp="1"/>
          </p:cNvSpPr>
          <p:nvPr>
            <p:ph type="sldNum" idx="12"/>
          </p:nvPr>
        </p:nvSpPr>
        <p:spPr>
          <a:xfrm>
            <a:off x="7227360" y="5165280"/>
            <a:ext cx="2348280" cy="39060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Noto Sans"/>
              </a:defRPr>
            </a:lvl1pPr>
          </a:lstStyle>
          <a:p>
            <a:pPr indent="0" algn="r">
              <a:buNone/>
            </a:pPr>
            <a:fld id="{A4CB5EE3-105A-4DE0-8D7D-8B1F80487D15}" type="slidenum">
              <a:rPr b="0" lang="fr-FR" sz="1400" spc="-1" strike="noStrike">
                <a:solidFill>
                  <a:srgbClr val="000000"/>
                </a:solidFill>
                <a:latin typeface="Noto Sans"/>
              </a:rPr>
              <a:t>&lt;numéro&gt;</a:t>
            </a:fld>
            <a:r>
              <a:rPr b="0" lang="fr-FR" sz="1400" spc="-1" strike="noStrike">
                <a:solidFill>
                  <a:srgbClr val="000000"/>
                </a:solidFill>
                <a:latin typeface="Noto Sans"/>
              </a:rPr>
              <a:t> </a:t>
            </a:r>
            <a:endParaRPr b="0" lang="fr-FR" sz="1400" spc="-1" strike="noStrike">
              <a:solidFill>
                <a:srgbClr val="000000"/>
              </a:solidFill>
              <a:latin typeface="Noto Sans"/>
            </a:endParaRPr>
          </a:p>
        </p:txBody>
      </p:sp>
      <p:grpSp>
        <p:nvGrpSpPr>
          <p:cNvPr id="46" name=""/>
          <p:cNvGrpSpPr/>
          <p:nvPr/>
        </p:nvGrpSpPr>
        <p:grpSpPr>
          <a:xfrm>
            <a:off x="2416680" y="215640"/>
            <a:ext cx="5248800" cy="80640"/>
            <a:chOff x="2416680" y="215640"/>
            <a:chExt cx="5248800" cy="80640"/>
          </a:xfrm>
        </p:grpSpPr>
        <p:sp>
          <p:nvSpPr>
            <p:cNvPr id="47" name=""/>
            <p:cNvSpPr/>
            <p:nvPr/>
          </p:nvSpPr>
          <p:spPr>
            <a:xfrm>
              <a:off x="509868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2"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5" y="185"/>
                    <a:pt x="39" y="199"/>
                    <a:pt x="56" y="209"/>
                  </a:cubicBezTo>
                  <a:cubicBezTo>
                    <a:pt x="73" y="218"/>
                    <a:pt x="92" y="224"/>
                    <a:pt x="112" y="224"/>
                  </a:cubicBezTo>
                  <a:cubicBezTo>
                    <a:pt x="132" y="224"/>
                    <a:pt x="151" y="218"/>
                    <a:pt x="168" y="209"/>
                  </a:cubicBezTo>
                  <a:cubicBezTo>
                    <a:pt x="185" y="199"/>
                    <a:pt x="199" y="185"/>
                    <a:pt x="209" y="168"/>
                  </a:cubicBezTo>
                  <a:cubicBezTo>
                    <a:pt x="219" y="151"/>
                    <a:pt x="224" y="132"/>
                    <a:pt x="224" y="112"/>
                  </a:cubicBezTo>
                  <a:close/>
                </a:path>
              </a:pathLst>
            </a:custGeom>
            <a:solidFill>
              <a:srgbClr val="e54b87"/>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48" name=""/>
            <p:cNvSpPr/>
            <p:nvPr/>
          </p:nvSpPr>
          <p:spPr>
            <a:xfrm>
              <a:off x="529020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5" y="185"/>
                    <a:pt x="39" y="199"/>
                    <a:pt x="56" y="209"/>
                  </a:cubicBezTo>
                  <a:cubicBezTo>
                    <a:pt x="73" y="218"/>
                    <a:pt x="92" y="224"/>
                    <a:pt x="112" y="224"/>
                  </a:cubicBezTo>
                  <a:cubicBezTo>
                    <a:pt x="131" y="224"/>
                    <a:pt x="151" y="218"/>
                    <a:pt x="168" y="209"/>
                  </a:cubicBezTo>
                  <a:cubicBezTo>
                    <a:pt x="185" y="199"/>
                    <a:pt x="199" y="185"/>
                    <a:pt x="209" y="168"/>
                  </a:cubicBezTo>
                  <a:cubicBezTo>
                    <a:pt x="219" y="151"/>
                    <a:pt x="224" y="132"/>
                    <a:pt x="224" y="112"/>
                  </a:cubicBezTo>
                  <a:close/>
                </a:path>
              </a:pathLst>
            </a:custGeom>
            <a:solidFill>
              <a:srgbClr val="f8b621"/>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49" name=""/>
            <p:cNvSpPr/>
            <p:nvPr/>
          </p:nvSpPr>
          <p:spPr>
            <a:xfrm>
              <a:off x="4711320" y="215640"/>
              <a:ext cx="80280" cy="80640"/>
            </a:xfrm>
            <a:custGeom>
              <a:avLst/>
              <a:gdLst/>
              <a:ahLst/>
              <a:rect l="0" t="0" r="r" b="b"/>
              <a:pathLst>
                <a:path w="223" h="224">
                  <a:moveTo>
                    <a:pt x="223" y="112"/>
                  </a:moveTo>
                  <a:cubicBezTo>
                    <a:pt x="223" y="93"/>
                    <a:pt x="218"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4" y="185"/>
                    <a:pt x="39" y="199"/>
                    <a:pt x="56" y="209"/>
                  </a:cubicBezTo>
                  <a:cubicBezTo>
                    <a:pt x="73" y="218"/>
                    <a:pt x="92" y="224"/>
                    <a:pt x="112" y="224"/>
                  </a:cubicBezTo>
                  <a:cubicBezTo>
                    <a:pt x="131" y="224"/>
                    <a:pt x="151" y="218"/>
                    <a:pt x="168" y="209"/>
                  </a:cubicBezTo>
                  <a:cubicBezTo>
                    <a:pt x="185" y="199"/>
                    <a:pt x="199" y="185"/>
                    <a:pt x="209" y="168"/>
                  </a:cubicBezTo>
                  <a:cubicBezTo>
                    <a:pt x="218" y="151"/>
                    <a:pt x="223" y="132"/>
                    <a:pt x="223" y="112"/>
                  </a:cubicBezTo>
                  <a:close/>
                </a:path>
              </a:pathLst>
            </a:custGeom>
            <a:solidFill>
              <a:srgbClr val="7f59ae"/>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50" name=""/>
            <p:cNvSpPr/>
            <p:nvPr/>
          </p:nvSpPr>
          <p:spPr>
            <a:xfrm>
              <a:off x="490248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6" y="151"/>
                    <a:pt x="15" y="168"/>
                  </a:cubicBezTo>
                  <a:cubicBezTo>
                    <a:pt x="25" y="185"/>
                    <a:pt x="39" y="199"/>
                    <a:pt x="56" y="209"/>
                  </a:cubicBezTo>
                  <a:cubicBezTo>
                    <a:pt x="73" y="218"/>
                    <a:pt x="93" y="224"/>
                    <a:pt x="112" y="224"/>
                  </a:cubicBezTo>
                  <a:cubicBezTo>
                    <a:pt x="132" y="224"/>
                    <a:pt x="151" y="218"/>
                    <a:pt x="168" y="209"/>
                  </a:cubicBezTo>
                  <a:cubicBezTo>
                    <a:pt x="185" y="199"/>
                    <a:pt x="199" y="185"/>
                    <a:pt x="209" y="168"/>
                  </a:cubicBezTo>
                  <a:cubicBezTo>
                    <a:pt x="219" y="151"/>
                    <a:pt x="224" y="132"/>
                    <a:pt x="224" y="112"/>
                  </a:cubicBezTo>
                  <a:close/>
                </a:path>
              </a:pathLst>
            </a:custGeom>
            <a:solidFill>
              <a:srgbClr val="60c4e4"/>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51" name=""/>
            <p:cNvSpPr/>
            <p:nvPr/>
          </p:nvSpPr>
          <p:spPr>
            <a:xfrm>
              <a:off x="5330520" y="255960"/>
              <a:ext cx="2334960" cy="0"/>
            </a:xfrm>
            <a:custGeom>
              <a:avLst/>
              <a:gdLst/>
              <a:ahLst/>
              <a:rect l="0" t="0" r="r" b="b"/>
              <a:pathLst>
                <a:path fill="none" w="6486" h="0">
                  <a:moveTo>
                    <a:pt x="0" y="0"/>
                  </a:moveTo>
                  <a:cubicBezTo>
                    <a:pt x="2162" y="0"/>
                    <a:pt x="4324" y="0"/>
                    <a:pt x="6486" y="0"/>
                  </a:cubicBezTo>
                </a:path>
              </a:pathLst>
            </a:custGeom>
            <a:ln cap="rnd" w="10440">
              <a:solidFill>
                <a:srgbClr val="f8b621"/>
              </a:solidFill>
              <a:round/>
            </a:ln>
          </p:spPr>
          <p:txBody>
            <a:bodyPr lIns="95040" rIns="95040" tIns="-50040" bIns="-50040" anchor="ctr" anchorCtr="1">
              <a:noAutofit/>
            </a:bodyPr>
            <a:p>
              <a:endParaRPr b="0" lang="fr-FR" sz="1800" spc="-1" strike="noStrike">
                <a:solidFill>
                  <a:srgbClr val="ffffff"/>
                </a:solidFill>
                <a:latin typeface="Arial"/>
              </a:endParaRPr>
            </a:p>
          </p:txBody>
        </p:sp>
        <p:sp>
          <p:nvSpPr>
            <p:cNvPr id="52" name=""/>
            <p:cNvSpPr/>
            <p:nvPr/>
          </p:nvSpPr>
          <p:spPr>
            <a:xfrm>
              <a:off x="2416680" y="255960"/>
              <a:ext cx="2334960" cy="0"/>
            </a:xfrm>
            <a:custGeom>
              <a:avLst/>
              <a:gdLst/>
              <a:ahLst/>
              <a:rect l="0" t="0" r="r" b="b"/>
              <a:pathLst>
                <a:path fill="none" w="6486" h="0">
                  <a:moveTo>
                    <a:pt x="0" y="0"/>
                  </a:moveTo>
                  <a:cubicBezTo>
                    <a:pt x="2162" y="0"/>
                    <a:pt x="4324" y="0"/>
                    <a:pt x="6486" y="0"/>
                  </a:cubicBezTo>
                </a:path>
              </a:pathLst>
            </a:custGeom>
            <a:ln cap="rnd" w="10440">
              <a:solidFill>
                <a:srgbClr val="7f59ae"/>
              </a:solidFill>
              <a:round/>
            </a:ln>
          </p:spPr>
          <p:txBody>
            <a:bodyPr lIns="95040" rIns="95040" tIns="-50040" bIns="-50040" anchor="ctr" anchorCtr="1">
              <a:noAutofit/>
            </a:bodyPr>
            <a:p>
              <a:endParaRPr b="0" lang="fr-FR" sz="1800" spc="-1" strike="noStrike">
                <a:solidFill>
                  <a:srgbClr val="ffffff"/>
                </a:solidFill>
                <a:latin typeface="Arial"/>
              </a:endParaRPr>
            </a:p>
          </p:txBody>
        </p:sp>
      </p:grpSp>
      <p:grpSp>
        <p:nvGrpSpPr>
          <p:cNvPr id="53" name=""/>
          <p:cNvGrpSpPr/>
          <p:nvPr/>
        </p:nvGrpSpPr>
        <p:grpSpPr>
          <a:xfrm>
            <a:off x="2383920" y="5446080"/>
            <a:ext cx="5248800" cy="80640"/>
            <a:chOff x="2383920" y="5446080"/>
            <a:chExt cx="5248800" cy="80640"/>
          </a:xfrm>
        </p:grpSpPr>
        <p:sp>
          <p:nvSpPr>
            <p:cNvPr id="54" name=""/>
            <p:cNvSpPr/>
            <p:nvPr/>
          </p:nvSpPr>
          <p:spPr>
            <a:xfrm>
              <a:off x="490248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2" y="0"/>
                    <a:pt x="112" y="0"/>
                  </a:cubicBezTo>
                  <a:cubicBezTo>
                    <a:pt x="93" y="0"/>
                    <a:pt x="73" y="5"/>
                    <a:pt x="56" y="15"/>
                  </a:cubicBezTo>
                  <a:cubicBezTo>
                    <a:pt x="39" y="25"/>
                    <a:pt x="25" y="39"/>
                    <a:pt x="15" y="56"/>
                  </a:cubicBezTo>
                  <a:cubicBezTo>
                    <a:pt x="6" y="73"/>
                    <a:pt x="0" y="92"/>
                    <a:pt x="0" y="112"/>
                  </a:cubicBezTo>
                  <a:close/>
                </a:path>
              </a:pathLst>
            </a:custGeom>
            <a:solidFill>
              <a:srgbClr val="e54b87"/>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55" name=""/>
            <p:cNvSpPr/>
            <p:nvPr/>
          </p:nvSpPr>
          <p:spPr>
            <a:xfrm>
              <a:off x="4711320" y="5446080"/>
              <a:ext cx="80280" cy="80640"/>
            </a:xfrm>
            <a:custGeom>
              <a:avLst/>
              <a:gdLst/>
              <a:ahLst/>
              <a:rect l="0" t="0" r="r" b="b"/>
              <a:pathLst>
                <a:path w="223"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8" y="151"/>
                    <a:pt x="223" y="132"/>
                    <a:pt x="223" y="112"/>
                  </a:cubicBezTo>
                  <a:cubicBezTo>
                    <a:pt x="223" y="92"/>
                    <a:pt x="218" y="73"/>
                    <a:pt x="209" y="56"/>
                  </a:cubicBezTo>
                  <a:cubicBezTo>
                    <a:pt x="199" y="39"/>
                    <a:pt x="185" y="25"/>
                    <a:pt x="168" y="15"/>
                  </a:cubicBezTo>
                  <a:cubicBezTo>
                    <a:pt x="151" y="5"/>
                    <a:pt x="131" y="0"/>
                    <a:pt x="112" y="0"/>
                  </a:cubicBezTo>
                  <a:cubicBezTo>
                    <a:pt x="92" y="0"/>
                    <a:pt x="73" y="5"/>
                    <a:pt x="56" y="15"/>
                  </a:cubicBezTo>
                  <a:cubicBezTo>
                    <a:pt x="39" y="25"/>
                    <a:pt x="24" y="39"/>
                    <a:pt x="15" y="56"/>
                  </a:cubicBezTo>
                  <a:cubicBezTo>
                    <a:pt x="5" y="73"/>
                    <a:pt x="0" y="92"/>
                    <a:pt x="0" y="112"/>
                  </a:cubicBezTo>
                  <a:close/>
                </a:path>
              </a:pathLst>
            </a:custGeom>
            <a:solidFill>
              <a:srgbClr val="f8b621"/>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56" name=""/>
            <p:cNvSpPr/>
            <p:nvPr/>
          </p:nvSpPr>
          <p:spPr>
            <a:xfrm>
              <a:off x="529020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2"/>
                    <a:pt x="0" y="112"/>
                  </a:cubicBezTo>
                  <a:close/>
                </a:path>
              </a:pathLst>
            </a:custGeom>
            <a:solidFill>
              <a:srgbClr val="7f59ae"/>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57" name=""/>
            <p:cNvSpPr/>
            <p:nvPr/>
          </p:nvSpPr>
          <p:spPr>
            <a:xfrm>
              <a:off x="509868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2"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2" y="0"/>
                    <a:pt x="112" y="0"/>
                  </a:cubicBezTo>
                  <a:cubicBezTo>
                    <a:pt x="92" y="0"/>
                    <a:pt x="73" y="5"/>
                    <a:pt x="56" y="15"/>
                  </a:cubicBezTo>
                  <a:cubicBezTo>
                    <a:pt x="39" y="25"/>
                    <a:pt x="25" y="39"/>
                    <a:pt x="15" y="56"/>
                  </a:cubicBezTo>
                  <a:cubicBezTo>
                    <a:pt x="5" y="73"/>
                    <a:pt x="0" y="92"/>
                    <a:pt x="0" y="112"/>
                  </a:cubicBezTo>
                  <a:close/>
                </a:path>
              </a:pathLst>
            </a:custGeom>
            <a:solidFill>
              <a:srgbClr val="60c4e4"/>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58" name=""/>
            <p:cNvSpPr/>
            <p:nvPr/>
          </p:nvSpPr>
          <p:spPr>
            <a:xfrm>
              <a:off x="2383920" y="5486400"/>
              <a:ext cx="2334960" cy="0"/>
            </a:xfrm>
            <a:custGeom>
              <a:avLst/>
              <a:gdLst/>
              <a:ahLst/>
              <a:rect l="0" t="0" r="r" b="b"/>
              <a:pathLst>
                <a:path fill="none" w="6486" h="0">
                  <a:moveTo>
                    <a:pt x="0" y="0"/>
                  </a:moveTo>
                  <a:cubicBezTo>
                    <a:pt x="2162" y="0"/>
                    <a:pt x="4324" y="0"/>
                    <a:pt x="6486" y="0"/>
                  </a:cubicBezTo>
                </a:path>
              </a:pathLst>
            </a:custGeom>
            <a:ln cap="rnd" w="10440">
              <a:solidFill>
                <a:srgbClr val="f8b621"/>
              </a:solidFill>
              <a:round/>
            </a:ln>
          </p:spPr>
          <p:txBody>
            <a:bodyPr lIns="95040" rIns="95040" tIns="-50040" bIns="-50040" anchor="ctr" anchorCtr="1">
              <a:noAutofit/>
            </a:bodyPr>
            <a:p>
              <a:endParaRPr b="0" lang="fr-FR" sz="1800" spc="-1" strike="noStrike">
                <a:solidFill>
                  <a:srgbClr val="ffffff"/>
                </a:solidFill>
                <a:latin typeface="Arial"/>
              </a:endParaRPr>
            </a:p>
          </p:txBody>
        </p:sp>
        <p:sp>
          <p:nvSpPr>
            <p:cNvPr id="59" name=""/>
            <p:cNvSpPr/>
            <p:nvPr/>
          </p:nvSpPr>
          <p:spPr>
            <a:xfrm>
              <a:off x="5297760" y="5486400"/>
              <a:ext cx="2334960" cy="0"/>
            </a:xfrm>
            <a:custGeom>
              <a:avLst/>
              <a:gdLst/>
              <a:ahLst/>
              <a:rect l="0" t="0" r="r" b="b"/>
              <a:pathLst>
                <a:path fill="none" w="6486" h="0">
                  <a:moveTo>
                    <a:pt x="0" y="0"/>
                  </a:moveTo>
                  <a:cubicBezTo>
                    <a:pt x="2162" y="0"/>
                    <a:pt x="4324" y="0"/>
                    <a:pt x="6486" y="0"/>
                  </a:cubicBezTo>
                </a:path>
              </a:pathLst>
            </a:custGeom>
            <a:ln cap="rnd" w="10440">
              <a:solidFill>
                <a:srgbClr val="7f59ae"/>
              </a:solidFill>
              <a:round/>
            </a:ln>
          </p:spPr>
          <p:txBody>
            <a:bodyPr lIns="95040" rIns="95040" tIns="-50040" bIns="-50040" anchor="ctr" anchorCtr="1">
              <a:noAutofit/>
            </a:bodyPr>
            <a:p>
              <a:endParaRPr b="0" lang="fr-FR" sz="1800" spc="-1" strike="noStrike">
                <a:solidFill>
                  <a:srgbClr val="ffffff"/>
                </a:solidFill>
                <a:latin typeface="Arial"/>
              </a:endParaRPr>
            </a:p>
          </p:txBody>
        </p:sp>
      </p:grpSp>
    </p:spTree>
  </p:cSld>
  <p:clrMap bg1="lt1" bg2="lt2" tx1="dk1" tx2="dk2" accent1="accent1" accent2="accent2" accent3="accent3" accent4="accent4" accent5="accent5" accent6="accent6" hlink="hlink" folHlink="folHlink"/>
  <p:sldLayoutIdLst>
    <p:sldLayoutId id="2147483656" r:id="rId2"/>
    <p:sldLayoutId id="2147483657"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
          <p:cNvSpPr/>
          <p:nvPr/>
        </p:nvSpPr>
        <p:spPr>
          <a:xfrm>
            <a:off x="0" y="4320000"/>
            <a:ext cx="1980000" cy="1350000"/>
          </a:xfrm>
          <a:custGeom>
            <a:avLst/>
            <a:gdLst/>
            <a:ahLst/>
            <a:rect l="0" t="0" r="r" b="b"/>
            <a:pathLst>
              <a:path w="5500" h="3750">
                <a:moveTo>
                  <a:pt x="0" y="0"/>
                </a:moveTo>
                <a:lnTo>
                  <a:pt x="0" y="3750"/>
                </a:lnTo>
                <a:lnTo>
                  <a:pt x="5500" y="3750"/>
                </a:lnTo>
                <a:lnTo>
                  <a:pt x="0" y="0"/>
                </a:lnTo>
                <a:close/>
              </a:path>
            </a:pathLst>
          </a:custGeom>
          <a:solidFill>
            <a:srgbClr val="780373"/>
          </a:solidFill>
          <a:ln w="0">
            <a:noFill/>
          </a:ln>
        </p:spPr>
        <p:txBody>
          <a:bodyPr lIns="0" rIns="0" tIns="0" bIns="0" anchor="ctr">
            <a:noAutofit/>
          </a:bodyPr>
          <a:p>
            <a:endParaRPr b="0" lang="fr-FR" sz="1400" spc="-1" strike="noStrike">
              <a:solidFill>
                <a:srgbClr val="dddddd"/>
              </a:solidFill>
              <a:latin typeface="DejaVu Sans"/>
            </a:endParaRPr>
          </a:p>
        </p:txBody>
      </p:sp>
      <p:sp>
        <p:nvSpPr>
          <p:cNvPr id="64" name=""/>
          <p:cNvSpPr/>
          <p:nvPr/>
        </p:nvSpPr>
        <p:spPr>
          <a:xfrm>
            <a:off x="0" y="0"/>
            <a:ext cx="1080000" cy="3420000"/>
          </a:xfrm>
          <a:custGeom>
            <a:avLst/>
            <a:gdLst/>
            <a:ahLst/>
            <a:rect l="0" t="0" r="r" b="b"/>
            <a:pathLst>
              <a:path w="3000" h="9500">
                <a:moveTo>
                  <a:pt x="0" y="0"/>
                </a:moveTo>
                <a:lnTo>
                  <a:pt x="0" y="9500"/>
                </a:lnTo>
                <a:lnTo>
                  <a:pt x="3000" y="0"/>
                </a:lnTo>
                <a:lnTo>
                  <a:pt x="0" y="0"/>
                </a:lnTo>
                <a:close/>
              </a:path>
            </a:pathLst>
          </a:custGeom>
          <a:solidFill>
            <a:srgbClr val="f10d0c"/>
          </a:solidFill>
          <a:ln w="0">
            <a:noFill/>
          </a:ln>
        </p:spPr>
        <p:txBody>
          <a:bodyPr lIns="0" rIns="0" tIns="0" bIns="0" anchor="ctr">
            <a:noAutofit/>
          </a:bodyPr>
          <a:p>
            <a:endParaRPr b="0" lang="fr-FR" sz="1400" spc="-1" strike="noStrike">
              <a:solidFill>
                <a:srgbClr val="dddddd"/>
              </a:solidFill>
              <a:latin typeface="DejaVu Sans"/>
            </a:endParaRPr>
          </a:p>
        </p:txBody>
      </p:sp>
      <p:sp>
        <p:nvSpPr>
          <p:cNvPr id="65" name=""/>
          <p:cNvSpPr/>
          <p:nvPr/>
        </p:nvSpPr>
        <p:spPr>
          <a:xfrm>
            <a:off x="7740000" y="0"/>
            <a:ext cx="2340000" cy="1620000"/>
          </a:xfrm>
          <a:custGeom>
            <a:avLst/>
            <a:gdLst/>
            <a:ahLst/>
            <a:rect l="0" t="0" r="r" b="b"/>
            <a:pathLst>
              <a:path w="6500" h="4500">
                <a:moveTo>
                  <a:pt x="6500" y="0"/>
                </a:moveTo>
                <a:lnTo>
                  <a:pt x="0" y="0"/>
                </a:lnTo>
                <a:lnTo>
                  <a:pt x="6500" y="4500"/>
                </a:lnTo>
                <a:lnTo>
                  <a:pt x="6500" y="0"/>
                </a:lnTo>
                <a:close/>
              </a:path>
            </a:pathLst>
          </a:custGeom>
          <a:solidFill>
            <a:srgbClr val="e8a202"/>
          </a:solidFill>
          <a:ln w="0">
            <a:noFill/>
          </a:ln>
        </p:spPr>
        <p:txBody>
          <a:bodyPr lIns="0" rIns="0" tIns="0" bIns="0" anchor="ctr">
            <a:noAutofit/>
          </a:bodyPr>
          <a:p>
            <a:endParaRPr b="0" lang="fr-FR" sz="1400" spc="-1" strike="noStrike">
              <a:solidFill>
                <a:srgbClr val="dddddd"/>
              </a:solidFill>
              <a:latin typeface="DejaVu Sans"/>
            </a:endParaRPr>
          </a:p>
        </p:txBody>
      </p:sp>
      <p:sp>
        <p:nvSpPr>
          <p:cNvPr id="66" name=""/>
          <p:cNvSpPr/>
          <p:nvPr/>
        </p:nvSpPr>
        <p:spPr>
          <a:xfrm>
            <a:off x="9000000" y="2520000"/>
            <a:ext cx="1080000" cy="3150000"/>
          </a:xfrm>
          <a:custGeom>
            <a:avLst/>
            <a:gdLst/>
            <a:ahLst/>
            <a:rect l="0" t="0" r="r" b="b"/>
            <a:pathLst>
              <a:path w="3000" h="8750">
                <a:moveTo>
                  <a:pt x="3000" y="8750"/>
                </a:moveTo>
                <a:lnTo>
                  <a:pt x="3000" y="0"/>
                </a:lnTo>
                <a:lnTo>
                  <a:pt x="0" y="8750"/>
                </a:lnTo>
                <a:lnTo>
                  <a:pt x="3000" y="8750"/>
                </a:lnTo>
                <a:close/>
              </a:path>
            </a:pathLst>
          </a:custGeom>
          <a:solidFill>
            <a:srgbClr val="168253"/>
          </a:solidFill>
          <a:ln w="0">
            <a:noFill/>
          </a:ln>
        </p:spPr>
        <p:txBody>
          <a:bodyPr lIns="0" rIns="0" tIns="0" bIns="0" anchor="ctr">
            <a:noAutofit/>
          </a:bodyPr>
          <a:p>
            <a:endParaRPr b="0" lang="fr-FR" sz="1400" spc="-1" strike="noStrike">
              <a:solidFill>
                <a:srgbClr val="dddddd"/>
              </a:solidFill>
              <a:latin typeface="DejaVu Sans"/>
            </a:endParaRPr>
          </a:p>
        </p:txBody>
      </p:sp>
      <p:sp>
        <p:nvSpPr>
          <p:cNvPr id="67" name="PlaceHolder 1"/>
          <p:cNvSpPr>
            <a:spLocks noGrp="1"/>
          </p:cNvSpPr>
          <p:nvPr>
            <p:ph type="dt" idx="13"/>
          </p:nvPr>
        </p:nvSpPr>
        <p:spPr>
          <a:xfrm>
            <a:off x="360000" y="5220000"/>
            <a:ext cx="2340000" cy="360000"/>
          </a:xfrm>
          <a:prstGeom prst="rect">
            <a:avLst/>
          </a:prstGeom>
          <a:noFill/>
          <a:ln w="0">
            <a:noFill/>
          </a:ln>
        </p:spPr>
        <p:txBody>
          <a:bodyPr lIns="0" rIns="0" tIns="0" bIns="0" anchor="t">
            <a:noAutofit/>
          </a:bodyPr>
          <a:lstStyle>
            <a:lvl1pPr indent="0">
              <a:buNone/>
              <a:defRPr b="0" lang="fr-FR" sz="1400" spc="-1" strike="noStrike">
                <a:solidFill>
                  <a:srgbClr val="dddddd"/>
                </a:solidFill>
                <a:latin typeface="DejaVu Sans"/>
              </a:defRPr>
            </a:lvl1pPr>
          </a:lstStyle>
          <a:p>
            <a:pPr indent="0">
              <a:buNone/>
            </a:pPr>
            <a:r>
              <a:rPr b="0" lang="fr-FR" sz="1400" spc="-1" strike="noStrike">
                <a:solidFill>
                  <a:srgbClr val="dddddd"/>
                </a:solidFill>
                <a:latin typeface="DejaVu Sans"/>
              </a:rPr>
              <a:t>&lt;date/heure&gt;</a:t>
            </a:r>
            <a:endParaRPr b="0" lang="fr-FR" sz="1400" spc="-1" strike="noStrike">
              <a:solidFill>
                <a:srgbClr val="dddddd"/>
              </a:solidFill>
              <a:latin typeface="DejaVu Sans"/>
            </a:endParaRPr>
          </a:p>
        </p:txBody>
      </p:sp>
      <p:sp>
        <p:nvSpPr>
          <p:cNvPr id="68" name="PlaceHolder 2"/>
          <p:cNvSpPr>
            <a:spLocks noGrp="1"/>
          </p:cNvSpPr>
          <p:nvPr>
            <p:ph type="ftr" idx="14"/>
          </p:nvPr>
        </p:nvSpPr>
        <p:spPr>
          <a:xfrm>
            <a:off x="3420000" y="5220000"/>
            <a:ext cx="3240000" cy="360000"/>
          </a:xfrm>
          <a:prstGeom prst="rect">
            <a:avLst/>
          </a:prstGeom>
          <a:noFill/>
          <a:ln w="0">
            <a:noFill/>
          </a:ln>
        </p:spPr>
        <p:txBody>
          <a:bodyPr lIns="0" rIns="0" tIns="0" bIns="0" anchor="t">
            <a:noAutofit/>
          </a:bodyPr>
          <a:lstStyle>
            <a:lvl1pPr indent="0" algn="ctr">
              <a:buNone/>
              <a:defRPr b="0" lang="fr-FR" sz="1400" spc="-1" strike="noStrike">
                <a:solidFill>
                  <a:srgbClr val="808080"/>
                </a:solidFill>
                <a:latin typeface="DejaVu Sans"/>
              </a:defRPr>
            </a:lvl1pPr>
          </a:lstStyle>
          <a:p>
            <a:pPr indent="0" algn="ctr">
              <a:buNone/>
            </a:pPr>
            <a:r>
              <a:rPr b="0" lang="fr-FR" sz="1400" spc="-1" strike="noStrike">
                <a:solidFill>
                  <a:srgbClr val="808080"/>
                </a:solidFill>
                <a:latin typeface="DejaVu Sans"/>
              </a:rPr>
              <a:t>&lt;pied de page&gt;</a:t>
            </a:r>
            <a:endParaRPr b="0" lang="fr-FR" sz="1400" spc="-1" strike="noStrike">
              <a:solidFill>
                <a:srgbClr val="808080"/>
              </a:solidFill>
              <a:latin typeface="DejaVu Sans"/>
            </a:endParaRPr>
          </a:p>
        </p:txBody>
      </p:sp>
      <p:sp>
        <p:nvSpPr>
          <p:cNvPr id="69" name="PlaceHolder 3"/>
          <p:cNvSpPr>
            <a:spLocks noGrp="1"/>
          </p:cNvSpPr>
          <p:nvPr>
            <p:ph type="sldNum" idx="15"/>
          </p:nvPr>
        </p:nvSpPr>
        <p:spPr>
          <a:xfrm>
            <a:off x="7380000" y="5220000"/>
            <a:ext cx="2340000" cy="360000"/>
          </a:xfrm>
          <a:prstGeom prst="rect">
            <a:avLst/>
          </a:prstGeom>
          <a:noFill/>
          <a:ln w="0">
            <a:noFill/>
          </a:ln>
        </p:spPr>
        <p:txBody>
          <a:bodyPr lIns="0" rIns="0" tIns="0" bIns="0" anchor="t">
            <a:noAutofit/>
          </a:bodyPr>
          <a:lstStyle>
            <a:lvl1pPr indent="0" algn="r">
              <a:buNone/>
              <a:defRPr b="0" lang="fr-FR" sz="1400" spc="-1" strike="noStrike">
                <a:solidFill>
                  <a:srgbClr val="dddddd"/>
                </a:solidFill>
                <a:latin typeface="DejaVu Sans"/>
              </a:defRPr>
            </a:lvl1pPr>
          </a:lstStyle>
          <a:p>
            <a:pPr indent="0" algn="r">
              <a:buNone/>
            </a:pPr>
            <a:fld id="{FAC132A8-B250-44B1-9B21-C5C759775CC5}" type="slidenum">
              <a:rPr b="0" lang="fr-FR" sz="1400" spc="-1" strike="noStrike">
                <a:solidFill>
                  <a:srgbClr val="dddddd"/>
                </a:solidFill>
                <a:latin typeface="DejaVu Sans"/>
              </a:rPr>
              <a:t>&lt;numéro&gt;</a:t>
            </a:fld>
            <a:endParaRPr b="0" lang="fr-FR" sz="1400" spc="-1" strike="noStrike">
              <a:solidFill>
                <a:srgbClr val="dddddd"/>
              </a:solidFill>
              <a:latin typeface="DejaVu Sans"/>
            </a:endParaRPr>
          </a:p>
        </p:txBody>
      </p:sp>
      <p:sp>
        <p:nvSpPr>
          <p:cNvPr id="70" name="PlaceHolder 4"/>
          <p:cNvSpPr>
            <a:spLocks noGrp="1"/>
          </p:cNvSpPr>
          <p:nvPr>
            <p:ph type="title"/>
          </p:nvPr>
        </p:nvSpPr>
        <p:spPr>
          <a:xfrm>
            <a:off x="720000" y="360000"/>
            <a:ext cx="8640000" cy="900000"/>
          </a:xfrm>
          <a:prstGeom prst="rect">
            <a:avLst/>
          </a:prstGeom>
          <a:noFill/>
          <a:ln w="0">
            <a:noFill/>
          </a:ln>
        </p:spPr>
        <p:txBody>
          <a:bodyPr lIns="0" rIns="0" tIns="0" bIns="0" anchor="ctr">
            <a:noAutofit/>
          </a:bodyPr>
          <a:p>
            <a:pPr indent="0" algn="ctr">
              <a:buNone/>
            </a:pPr>
            <a:r>
              <a:rPr b="0" lang="fr-FR" sz="3000" spc="-1" strike="noStrike">
                <a:solidFill>
                  <a:srgbClr val="333333"/>
                </a:solidFill>
                <a:latin typeface="DejaVu Sans"/>
              </a:rPr>
              <a:t>Cliquez pour éditer le format du texte-titre</a:t>
            </a:r>
            <a:endParaRPr b="0" lang="fr-FR" sz="3000" spc="-1" strike="noStrike">
              <a:solidFill>
                <a:srgbClr val="333333"/>
              </a:solidFill>
              <a:latin typeface="DejaVu Sans"/>
            </a:endParaRPr>
          </a:p>
        </p:txBody>
      </p:sp>
      <p:sp>
        <p:nvSpPr>
          <p:cNvPr id="71" name="PlaceHolder 5"/>
          <p:cNvSpPr>
            <a:spLocks noGrp="1"/>
          </p:cNvSpPr>
          <p:nvPr>
            <p:ph type="body"/>
          </p:nvPr>
        </p:nvSpPr>
        <p:spPr>
          <a:xfrm>
            <a:off x="720000" y="1440000"/>
            <a:ext cx="8640000" cy="3600000"/>
          </a:xfrm>
          <a:prstGeom prst="rect">
            <a:avLst/>
          </a:prstGeom>
          <a:noFill/>
          <a:ln w="0">
            <a:noFill/>
          </a:ln>
        </p:spPr>
        <p:txBody>
          <a:bodyPr lIns="0" rIns="0" tIns="0" bIns="0" anchor="t">
            <a:normAutofit/>
          </a:bodyPr>
          <a:p>
            <a:pPr marL="432000" indent="-324000">
              <a:spcAft>
                <a:spcPts val="1060"/>
              </a:spcAft>
              <a:buClr>
                <a:srgbClr val="666666"/>
              </a:buClr>
              <a:buSzPct val="45000"/>
              <a:buFont typeface="Wingdings" charset="2"/>
              <a:buChar char=""/>
            </a:pPr>
            <a:r>
              <a:rPr b="0" lang="fr-FR" sz="2400" spc="-1" strike="noStrike">
                <a:solidFill>
                  <a:srgbClr val="666666"/>
                </a:solidFill>
                <a:latin typeface="DejaVu Sans"/>
              </a:rPr>
              <a:t>Cliquez pour éditer le format du plan de texte</a:t>
            </a:r>
            <a:endParaRPr b="0" lang="fr-FR" sz="2400" spc="-1" strike="noStrike">
              <a:solidFill>
                <a:srgbClr val="666666"/>
              </a:solidFill>
              <a:latin typeface="DejaVu Sans"/>
            </a:endParaRPr>
          </a:p>
          <a:p>
            <a:pPr lvl="1" marL="864000" indent="-324000">
              <a:spcAft>
                <a:spcPts val="850"/>
              </a:spcAft>
              <a:buClr>
                <a:srgbClr val="666666"/>
              </a:buClr>
              <a:buSzPct val="75000"/>
              <a:buFont typeface="Symbol" charset="2"/>
              <a:buChar char=""/>
            </a:pPr>
            <a:r>
              <a:rPr b="0" lang="fr-FR" sz="2100" spc="-1" strike="noStrike">
                <a:solidFill>
                  <a:srgbClr val="666666"/>
                </a:solidFill>
                <a:latin typeface="DejaVu Sans"/>
              </a:rPr>
              <a:t>Second niveau de plan</a:t>
            </a:r>
            <a:endParaRPr b="0" lang="fr-FR" sz="2100" spc="-1" strike="noStrike">
              <a:solidFill>
                <a:srgbClr val="666666"/>
              </a:solidFill>
              <a:latin typeface="DejaVu Sans"/>
            </a:endParaRPr>
          </a:p>
          <a:p>
            <a:pPr lvl="2" marL="1296000" indent="-288000">
              <a:spcAft>
                <a:spcPts val="635"/>
              </a:spcAft>
              <a:buClr>
                <a:srgbClr val="666666"/>
              </a:buClr>
              <a:buSzPct val="45000"/>
              <a:buFont typeface="Wingdings" charset="2"/>
              <a:buChar char=""/>
            </a:pPr>
            <a:r>
              <a:rPr b="0" lang="fr-FR" sz="1800" spc="-1" strike="noStrike">
                <a:solidFill>
                  <a:srgbClr val="666666"/>
                </a:solidFill>
                <a:latin typeface="DejaVu Sans"/>
              </a:rPr>
              <a:t>Troisième niveau de plan</a:t>
            </a:r>
            <a:endParaRPr b="0" lang="fr-FR" sz="1800" spc="-1" strike="noStrike">
              <a:solidFill>
                <a:srgbClr val="666666"/>
              </a:solidFill>
              <a:latin typeface="DejaVu Sans"/>
            </a:endParaRPr>
          </a:p>
          <a:p>
            <a:pPr lvl="3" marL="1728000" indent="-216000">
              <a:spcAft>
                <a:spcPts val="425"/>
              </a:spcAft>
              <a:buClr>
                <a:srgbClr val="666666"/>
              </a:buClr>
              <a:buSzPct val="75000"/>
              <a:buFont typeface="Symbol" charset="2"/>
              <a:buChar char=""/>
            </a:pPr>
            <a:r>
              <a:rPr b="0" lang="fr-FR" sz="1500" spc="-1" strike="noStrike">
                <a:solidFill>
                  <a:srgbClr val="666666"/>
                </a:solidFill>
                <a:latin typeface="DejaVu Sans"/>
              </a:rPr>
              <a:t>Quatrième niveau de plan</a:t>
            </a:r>
            <a:endParaRPr b="0" lang="fr-FR" sz="1500" spc="-1" strike="noStrike">
              <a:solidFill>
                <a:srgbClr val="666666"/>
              </a:solidFill>
              <a:latin typeface="DejaVu Sans"/>
            </a:endParaRPr>
          </a:p>
          <a:p>
            <a:pPr lvl="4" marL="2160000" indent="-216000">
              <a:spcAft>
                <a:spcPts val="213"/>
              </a:spcAft>
              <a:buClr>
                <a:srgbClr val="666666"/>
              </a:buClr>
              <a:buSzPct val="45000"/>
              <a:buFont typeface="Wingdings" charset="2"/>
              <a:buChar char=""/>
            </a:pPr>
            <a:r>
              <a:rPr b="0" lang="fr-FR" sz="1500" spc="-1" strike="noStrike">
                <a:solidFill>
                  <a:srgbClr val="666666"/>
                </a:solidFill>
                <a:latin typeface="DejaVu Sans"/>
              </a:rPr>
              <a:t>Cinquième niveau de plan</a:t>
            </a:r>
            <a:endParaRPr b="0" lang="fr-FR" sz="1500" spc="-1" strike="noStrike">
              <a:solidFill>
                <a:srgbClr val="666666"/>
              </a:solidFill>
              <a:latin typeface="DejaVu Sans"/>
            </a:endParaRPr>
          </a:p>
          <a:p>
            <a:pPr lvl="5" marL="2592000" indent="-216000">
              <a:spcAft>
                <a:spcPts val="213"/>
              </a:spcAft>
              <a:buClr>
                <a:srgbClr val="666666"/>
              </a:buClr>
              <a:buSzPct val="45000"/>
              <a:buFont typeface="Wingdings" charset="2"/>
              <a:buChar char=""/>
            </a:pPr>
            <a:r>
              <a:rPr b="0" lang="fr-FR" sz="1500" spc="-1" strike="noStrike">
                <a:solidFill>
                  <a:srgbClr val="666666"/>
                </a:solidFill>
                <a:latin typeface="DejaVu Sans"/>
              </a:rPr>
              <a:t>Sixième niveau de plan</a:t>
            </a:r>
            <a:endParaRPr b="0" lang="fr-FR" sz="1500" spc="-1" strike="noStrike">
              <a:solidFill>
                <a:srgbClr val="666666"/>
              </a:solidFill>
              <a:latin typeface="DejaVu Sans"/>
            </a:endParaRPr>
          </a:p>
          <a:p>
            <a:pPr lvl="6" marL="3024000" indent="-216000">
              <a:spcAft>
                <a:spcPts val="213"/>
              </a:spcAft>
              <a:buClr>
                <a:srgbClr val="666666"/>
              </a:buClr>
              <a:buSzPct val="45000"/>
              <a:buFont typeface="Wingdings" charset="2"/>
              <a:buChar char=""/>
            </a:pPr>
            <a:r>
              <a:rPr b="0" lang="fr-FR" sz="1500" spc="-1" strike="noStrike">
                <a:solidFill>
                  <a:srgbClr val="666666"/>
                </a:solidFill>
                <a:latin typeface="DejaVu Sans"/>
              </a:rPr>
              <a:t>Septième niveau de plan</a:t>
            </a:r>
            <a:endParaRPr b="0" lang="fr-FR" sz="1500" spc="-1" strike="noStrike">
              <a:solidFill>
                <a:srgbClr val="666666"/>
              </a:solidFill>
              <a:latin typeface="DejaVu Sans"/>
            </a:endParaRPr>
          </a:p>
        </p:txBody>
      </p:sp>
    </p:spTree>
  </p:cSld>
  <p:clrMap bg1="lt1" bg2="lt2" tx1="dk1" tx2="dk2" accent1="accent1" accent2="accent2" accent3="accent3" accent4="accent4" accent5="accent5" accent6="accent6" hlink="hlink" folHlink="folHlink"/>
  <p:sldLayoutIdLst>
    <p:sldLayoutId id="2147483659" r:id="rId2"/>
    <p:sldLayoutId id="2147483660"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
          <p:cNvSpPr/>
          <p:nvPr/>
        </p:nvSpPr>
        <p:spPr>
          <a:xfrm>
            <a:off x="7269840" y="1080"/>
            <a:ext cx="2810160" cy="5669280"/>
          </a:xfrm>
          <a:custGeom>
            <a:avLst/>
            <a:gdLst/>
            <a:ahLst/>
            <a:rect l="0" t="0" r="r" b="b"/>
            <a:pathLst>
              <a:path w="7806" h="15748">
                <a:moveTo>
                  <a:pt x="7806" y="0"/>
                </a:moveTo>
                <a:cubicBezTo>
                  <a:pt x="3495" y="0"/>
                  <a:pt x="0" y="3495"/>
                  <a:pt x="0" y="7805"/>
                </a:cubicBezTo>
                <a:cubicBezTo>
                  <a:pt x="0" y="12115"/>
                  <a:pt x="3495" y="15748"/>
                  <a:pt x="7806" y="15748"/>
                </a:cubicBezTo>
                <a:cubicBezTo>
                  <a:pt x="7806" y="10499"/>
                  <a:pt x="7806" y="5249"/>
                  <a:pt x="7806" y="0"/>
                </a:cubicBezTo>
                <a:close/>
              </a:path>
            </a:pathLst>
          </a:custGeom>
          <a:solidFill>
            <a:srgbClr val="60c4e4"/>
          </a:solidFill>
          <a:ln w="0">
            <a:noFill/>
          </a:ln>
        </p:spPr>
        <p:txBody>
          <a:bodyPr lIns="90000" rIns="90000" tIns="45000" bIns="45000" anchor="ctr" anchorCtr="1">
            <a:noAutofit/>
          </a:bodyPr>
          <a:p>
            <a:endParaRPr b="0" lang="fr-FR" sz="1800" spc="-1" strike="noStrike">
              <a:solidFill>
                <a:srgbClr val="000000"/>
              </a:solidFill>
              <a:latin typeface="Arial"/>
            </a:endParaRPr>
          </a:p>
        </p:txBody>
      </p:sp>
      <p:sp>
        <p:nvSpPr>
          <p:cNvPr id="7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Noto Sans"/>
              </a:rPr>
              <a:t>Cliquez pour éditer le format du texte-titre</a:t>
            </a:r>
            <a:endParaRPr b="0" lang="fr-FR" sz="4400" spc="-1" strike="noStrike">
              <a:solidFill>
                <a:srgbClr val="000000"/>
              </a:solidFill>
              <a:latin typeface="Noto Sans"/>
            </a:endParaRPr>
          </a:p>
        </p:txBody>
      </p:sp>
      <p:sp>
        <p:nvSpPr>
          <p:cNvPr id="77"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fontScale="98427"/>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Noto Sans"/>
              </a:rPr>
              <a:t>Cliquez pour éditer le format du plan de texte</a:t>
            </a:r>
            <a:endParaRPr b="0" lang="fr-FR" sz="3200" spc="-1" strike="noStrike">
              <a:solidFill>
                <a:srgbClr val="000000"/>
              </a:solidFill>
              <a:latin typeface="Noto Sans"/>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Noto Sans"/>
              </a:rPr>
              <a:t>Second niveau de plan</a:t>
            </a:r>
            <a:endParaRPr b="0" lang="fr-FR" sz="2800" spc="-1" strike="noStrike">
              <a:solidFill>
                <a:srgbClr val="000000"/>
              </a:solidFill>
              <a:latin typeface="Noto Sans"/>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Noto Sans"/>
              </a:rPr>
              <a:t>Troisième niveau de plan</a:t>
            </a:r>
            <a:endParaRPr b="0" lang="fr-FR" sz="2400" spc="-1" strike="noStrike">
              <a:solidFill>
                <a:srgbClr val="000000"/>
              </a:solidFill>
              <a:latin typeface="Noto Sans"/>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Noto Sans"/>
              </a:rPr>
              <a:t>Quatrième niveau de plan</a:t>
            </a:r>
            <a:endParaRPr b="0" lang="fr-FR" sz="2000" spc="-1" strike="noStrike">
              <a:solidFill>
                <a:srgbClr val="000000"/>
              </a:solidFill>
              <a:latin typeface="Noto Sans"/>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Noto Sans"/>
              </a:rPr>
              <a:t>Cinquième niveau de plan</a:t>
            </a:r>
            <a:endParaRPr b="0" lang="fr-FR" sz="2000" spc="-1" strike="noStrike">
              <a:solidFill>
                <a:srgbClr val="000000"/>
              </a:solidFill>
              <a:latin typeface="Noto Sans"/>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Noto Sans"/>
              </a:rPr>
              <a:t>Sixième niveau de plan</a:t>
            </a:r>
            <a:endParaRPr b="0" lang="fr-FR" sz="2000" spc="-1" strike="noStrike">
              <a:solidFill>
                <a:srgbClr val="000000"/>
              </a:solidFill>
              <a:latin typeface="Noto Sans"/>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Noto Sans"/>
              </a:rPr>
              <a:t>Septième niveau de plan</a:t>
            </a:r>
            <a:endParaRPr b="0" lang="fr-FR" sz="2000" spc="-1" strike="noStrike">
              <a:solidFill>
                <a:srgbClr val="000000"/>
              </a:solidFill>
              <a:latin typeface="Noto Sans"/>
            </a:endParaRPr>
          </a:p>
        </p:txBody>
      </p:sp>
      <p:sp>
        <p:nvSpPr>
          <p:cNvPr id="78" name="PlaceHolder 3"/>
          <p:cNvSpPr>
            <a:spLocks noGrp="1"/>
          </p:cNvSpPr>
          <p:nvPr>
            <p:ph type="dt" idx="16"/>
          </p:nvPr>
        </p:nvSpPr>
        <p:spPr>
          <a:xfrm>
            <a:off x="504000" y="5165280"/>
            <a:ext cx="2348280" cy="39060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Noto Sans"/>
              </a:defRPr>
            </a:lvl1pPr>
          </a:lstStyle>
          <a:p>
            <a:pPr indent="0">
              <a:buNone/>
            </a:pPr>
            <a:r>
              <a:rPr b="0" lang="fr-FR" sz="1400" spc="-1" strike="noStrike">
                <a:solidFill>
                  <a:srgbClr val="000000"/>
                </a:solidFill>
                <a:latin typeface="Noto Sans"/>
              </a:rPr>
              <a:t>&lt;date/heure&gt;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79" name="PlaceHolder 4"/>
          <p:cNvSpPr>
            <a:spLocks noGrp="1"/>
          </p:cNvSpPr>
          <p:nvPr>
            <p:ph type="ftr" idx="17"/>
          </p:nvPr>
        </p:nvSpPr>
        <p:spPr>
          <a:xfrm>
            <a:off x="3447360" y="5165280"/>
            <a:ext cx="3195000" cy="390600"/>
          </a:xfrm>
          <a:prstGeom prst="rect">
            <a:avLst/>
          </a:prstGeom>
          <a:noFill/>
          <a:ln w="0">
            <a:noFill/>
          </a:ln>
        </p:spPr>
        <p:txBody>
          <a:bodyPr lIns="0" rIns="0" tIns="0" bIns="0" anchor="t">
            <a:noAutofit/>
          </a:bodyPr>
          <a:lstStyle>
            <a:lvl1pPr indent="0" algn="ctr">
              <a:buNone/>
              <a:defRPr b="0" lang="fr-FR" sz="1400" spc="-1" strike="noStrike">
                <a:solidFill>
                  <a:srgbClr val="000000"/>
                </a:solidFill>
                <a:latin typeface="Noto Sans"/>
              </a:defRPr>
            </a:lvl1pPr>
          </a:lstStyle>
          <a:p>
            <a:pPr indent="0" algn="ctr">
              <a:buNone/>
            </a:pPr>
            <a:r>
              <a:rPr b="0" lang="fr-FR" sz="1400" spc="-1" strike="noStrike">
                <a:solidFill>
                  <a:srgbClr val="000000"/>
                </a:solidFill>
                <a:latin typeface="Noto Sans"/>
              </a:rPr>
              <a:t>&lt;pied de page&gt;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80" name="PlaceHolder 5"/>
          <p:cNvSpPr>
            <a:spLocks noGrp="1"/>
          </p:cNvSpPr>
          <p:nvPr>
            <p:ph type="sldNum" idx="18"/>
          </p:nvPr>
        </p:nvSpPr>
        <p:spPr>
          <a:xfrm>
            <a:off x="7227360" y="5165280"/>
            <a:ext cx="2348280" cy="39060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Noto Sans"/>
              </a:defRPr>
            </a:lvl1pPr>
          </a:lstStyle>
          <a:p>
            <a:pPr indent="0" algn="r">
              <a:buNone/>
            </a:pPr>
            <a:fld id="{BBE73251-2ED4-4996-AB79-E16262DB8973}" type="slidenum">
              <a:rPr b="0" lang="fr-FR" sz="1400" spc="-1" strike="noStrike">
                <a:solidFill>
                  <a:srgbClr val="000000"/>
                </a:solidFill>
                <a:latin typeface="Noto Sans"/>
              </a:rPr>
              <a:t>&lt;numéro&gt;</a:t>
            </a:fld>
            <a:r>
              <a:rPr b="0" lang="fr-FR" sz="1400" spc="-1" strike="noStrike">
                <a:solidFill>
                  <a:srgbClr val="000000"/>
                </a:solidFill>
                <a:latin typeface="Noto Sans"/>
              </a:rPr>
              <a:t> </a:t>
            </a:r>
            <a:endParaRPr b="0" lang="fr-FR" sz="1400" spc="-1" strike="noStrike">
              <a:solidFill>
                <a:srgbClr val="000000"/>
              </a:solidFill>
              <a:latin typeface="Noto Sans"/>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Noto Sans"/>
              </a:rPr>
              <a:t>Cliquez pour éditer le format du texte-titre</a:t>
            </a:r>
            <a:endParaRPr b="0" lang="fr-FR" sz="4400" spc="-1" strike="noStrike">
              <a:solidFill>
                <a:srgbClr val="000000"/>
              </a:solidFill>
              <a:latin typeface="Noto Sans"/>
            </a:endParaRPr>
          </a:p>
        </p:txBody>
      </p:sp>
      <p:sp>
        <p:nvSpPr>
          <p:cNvPr id="83"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fontScale="98427"/>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Noto Sans"/>
              </a:rPr>
              <a:t>Cliquez pour éditer le format du plan de </a:t>
            </a:r>
            <a:r>
              <a:rPr b="0" lang="fr-FR" sz="3200" spc="-1" strike="noStrike">
                <a:solidFill>
                  <a:srgbClr val="000000"/>
                </a:solidFill>
                <a:latin typeface="Noto Sans"/>
              </a:rPr>
              <a:t>texte</a:t>
            </a:r>
            <a:endParaRPr b="0" lang="fr-FR" sz="3200" spc="-1" strike="noStrike">
              <a:solidFill>
                <a:srgbClr val="000000"/>
              </a:solidFill>
              <a:latin typeface="Noto Sans"/>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Noto Sans"/>
              </a:rPr>
              <a:t>Second niveau de plan</a:t>
            </a:r>
            <a:endParaRPr b="0" lang="fr-FR" sz="2800" spc="-1" strike="noStrike">
              <a:solidFill>
                <a:srgbClr val="000000"/>
              </a:solidFill>
              <a:latin typeface="Noto Sans"/>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Noto Sans"/>
              </a:rPr>
              <a:t>Troisième niveau de plan</a:t>
            </a:r>
            <a:endParaRPr b="0" lang="fr-FR" sz="2400" spc="-1" strike="noStrike">
              <a:solidFill>
                <a:srgbClr val="000000"/>
              </a:solidFill>
              <a:latin typeface="Noto Sans"/>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Noto Sans"/>
              </a:rPr>
              <a:t>Quatrième niveau de plan</a:t>
            </a:r>
            <a:endParaRPr b="0" lang="fr-FR" sz="2000" spc="-1" strike="noStrike">
              <a:solidFill>
                <a:srgbClr val="000000"/>
              </a:solidFill>
              <a:latin typeface="Noto Sans"/>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Noto Sans"/>
              </a:rPr>
              <a:t>Cinquième niveau de plan</a:t>
            </a:r>
            <a:endParaRPr b="0" lang="fr-FR" sz="2000" spc="-1" strike="noStrike">
              <a:solidFill>
                <a:srgbClr val="000000"/>
              </a:solidFill>
              <a:latin typeface="Noto Sans"/>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Noto Sans"/>
              </a:rPr>
              <a:t>Sixième niveau de plan</a:t>
            </a:r>
            <a:endParaRPr b="0" lang="fr-FR" sz="2000" spc="-1" strike="noStrike">
              <a:solidFill>
                <a:srgbClr val="000000"/>
              </a:solidFill>
              <a:latin typeface="Noto Sans"/>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Noto Sans"/>
              </a:rPr>
              <a:t>Septième niveau de plan</a:t>
            </a:r>
            <a:endParaRPr b="0" lang="fr-FR" sz="2000" spc="-1" strike="noStrike">
              <a:solidFill>
                <a:srgbClr val="000000"/>
              </a:solidFill>
              <a:latin typeface="Noto Sans"/>
            </a:endParaRPr>
          </a:p>
        </p:txBody>
      </p:sp>
      <p:sp>
        <p:nvSpPr>
          <p:cNvPr id="84" name="PlaceHolder 3"/>
          <p:cNvSpPr>
            <a:spLocks noGrp="1"/>
          </p:cNvSpPr>
          <p:nvPr>
            <p:ph type="dt" idx="19"/>
          </p:nvPr>
        </p:nvSpPr>
        <p:spPr>
          <a:xfrm>
            <a:off x="504000" y="5165280"/>
            <a:ext cx="2348280" cy="39060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Noto Sans"/>
              </a:defRPr>
            </a:lvl1pPr>
          </a:lstStyle>
          <a:p>
            <a:pPr indent="0">
              <a:buNone/>
            </a:pPr>
            <a:r>
              <a:rPr b="0" lang="fr-FR" sz="1400" spc="-1" strike="noStrike">
                <a:solidFill>
                  <a:srgbClr val="000000"/>
                </a:solidFill>
                <a:latin typeface="Noto Sans"/>
              </a:rPr>
              <a:t>&lt;date/heure&gt;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85" name="PlaceHolder 4"/>
          <p:cNvSpPr>
            <a:spLocks noGrp="1"/>
          </p:cNvSpPr>
          <p:nvPr>
            <p:ph type="ftr" idx="20"/>
          </p:nvPr>
        </p:nvSpPr>
        <p:spPr>
          <a:xfrm>
            <a:off x="3447360" y="5165280"/>
            <a:ext cx="3195000" cy="390600"/>
          </a:xfrm>
          <a:prstGeom prst="rect">
            <a:avLst/>
          </a:prstGeom>
          <a:noFill/>
          <a:ln w="0">
            <a:noFill/>
          </a:ln>
        </p:spPr>
        <p:txBody>
          <a:bodyPr lIns="0" rIns="0" tIns="0" bIns="0" anchor="t">
            <a:noAutofit/>
          </a:bodyPr>
          <a:lstStyle>
            <a:lvl1pPr indent="0" algn="ctr">
              <a:buNone/>
              <a:defRPr b="0" lang="fr-FR" sz="1400" spc="-1" strike="noStrike">
                <a:solidFill>
                  <a:srgbClr val="000000"/>
                </a:solidFill>
                <a:latin typeface="Noto Sans"/>
              </a:defRPr>
            </a:lvl1pPr>
          </a:lstStyle>
          <a:p>
            <a:pPr indent="0" algn="ctr">
              <a:buNone/>
            </a:pPr>
            <a:r>
              <a:rPr b="0" lang="fr-FR" sz="1400" spc="-1" strike="noStrike">
                <a:solidFill>
                  <a:srgbClr val="000000"/>
                </a:solidFill>
                <a:latin typeface="Noto Sans"/>
              </a:rPr>
              <a:t>&lt;pied de page&gt;</a:t>
            </a:r>
            <a:r>
              <a:rPr b="0" lang="fr-FR" sz="1400" spc="-1" strike="noStrike">
                <a:solidFill>
                  <a:srgbClr val="000000"/>
                </a:solidFill>
                <a:latin typeface="Noto Sans"/>
              </a:rPr>
              <a:t> </a:t>
            </a:r>
            <a:endParaRPr b="0" lang="fr-FR" sz="1400" spc="-1" strike="noStrike">
              <a:solidFill>
                <a:srgbClr val="000000"/>
              </a:solidFill>
              <a:latin typeface="Noto Sans"/>
            </a:endParaRPr>
          </a:p>
        </p:txBody>
      </p:sp>
      <p:sp>
        <p:nvSpPr>
          <p:cNvPr id="86" name="PlaceHolder 5"/>
          <p:cNvSpPr>
            <a:spLocks noGrp="1"/>
          </p:cNvSpPr>
          <p:nvPr>
            <p:ph type="sldNum" idx="21"/>
          </p:nvPr>
        </p:nvSpPr>
        <p:spPr>
          <a:xfrm>
            <a:off x="7227360" y="5165280"/>
            <a:ext cx="2348280" cy="39060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Noto Sans"/>
              </a:defRPr>
            </a:lvl1pPr>
          </a:lstStyle>
          <a:p>
            <a:pPr indent="0" algn="r">
              <a:buNone/>
            </a:pPr>
            <a:fld id="{C5CB7192-00D2-40C4-AE6E-26557F590F47}" type="slidenum">
              <a:rPr b="0" lang="fr-FR" sz="1400" spc="-1" strike="noStrike">
                <a:solidFill>
                  <a:srgbClr val="000000"/>
                </a:solidFill>
                <a:latin typeface="Noto Sans"/>
              </a:rPr>
              <a:t>&lt;numéro&gt;</a:t>
            </a:fld>
            <a:r>
              <a:rPr b="0" lang="fr-FR" sz="1400" spc="-1" strike="noStrike">
                <a:solidFill>
                  <a:srgbClr val="000000"/>
                </a:solidFill>
                <a:latin typeface="Noto Sans"/>
              </a:rPr>
              <a:t> </a:t>
            </a:r>
            <a:endParaRPr b="0" lang="fr-FR" sz="1400" spc="-1" strike="noStrike">
              <a:solidFill>
                <a:srgbClr val="000000"/>
              </a:solidFill>
              <a:latin typeface="Noto Sans"/>
            </a:endParaRPr>
          </a:p>
        </p:txBody>
      </p:sp>
      <p:grpSp>
        <p:nvGrpSpPr>
          <p:cNvPr id="87" name=""/>
          <p:cNvGrpSpPr/>
          <p:nvPr/>
        </p:nvGrpSpPr>
        <p:grpSpPr>
          <a:xfrm>
            <a:off x="2416320" y="215640"/>
            <a:ext cx="5248800" cy="80640"/>
            <a:chOff x="2416320" y="215640"/>
            <a:chExt cx="5248800" cy="80640"/>
          </a:xfrm>
        </p:grpSpPr>
        <p:sp>
          <p:nvSpPr>
            <p:cNvPr id="88" name=""/>
            <p:cNvSpPr/>
            <p:nvPr/>
          </p:nvSpPr>
          <p:spPr>
            <a:xfrm>
              <a:off x="509832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2"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5" y="185"/>
                    <a:pt x="39" y="199"/>
                    <a:pt x="56" y="209"/>
                  </a:cubicBezTo>
                  <a:cubicBezTo>
                    <a:pt x="73" y="218"/>
                    <a:pt x="92" y="224"/>
                    <a:pt x="112" y="224"/>
                  </a:cubicBezTo>
                  <a:cubicBezTo>
                    <a:pt x="132" y="224"/>
                    <a:pt x="151" y="218"/>
                    <a:pt x="168" y="209"/>
                  </a:cubicBezTo>
                  <a:cubicBezTo>
                    <a:pt x="185" y="199"/>
                    <a:pt x="199" y="185"/>
                    <a:pt x="209" y="168"/>
                  </a:cubicBezTo>
                  <a:cubicBezTo>
                    <a:pt x="219" y="151"/>
                    <a:pt x="224" y="132"/>
                    <a:pt x="224" y="112"/>
                  </a:cubicBezTo>
                  <a:close/>
                </a:path>
              </a:pathLst>
            </a:custGeom>
            <a:solidFill>
              <a:srgbClr val="e54b87"/>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89" name=""/>
            <p:cNvSpPr/>
            <p:nvPr/>
          </p:nvSpPr>
          <p:spPr>
            <a:xfrm>
              <a:off x="528984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5" y="185"/>
                    <a:pt x="39" y="199"/>
                    <a:pt x="56" y="209"/>
                  </a:cubicBezTo>
                  <a:cubicBezTo>
                    <a:pt x="73" y="218"/>
                    <a:pt x="92" y="224"/>
                    <a:pt x="112" y="224"/>
                  </a:cubicBezTo>
                  <a:cubicBezTo>
                    <a:pt x="131" y="224"/>
                    <a:pt x="151" y="218"/>
                    <a:pt x="168" y="209"/>
                  </a:cubicBezTo>
                  <a:cubicBezTo>
                    <a:pt x="185" y="199"/>
                    <a:pt x="199" y="185"/>
                    <a:pt x="209" y="168"/>
                  </a:cubicBezTo>
                  <a:cubicBezTo>
                    <a:pt x="219" y="151"/>
                    <a:pt x="224" y="132"/>
                    <a:pt x="224" y="112"/>
                  </a:cubicBezTo>
                  <a:close/>
                </a:path>
              </a:pathLst>
            </a:custGeom>
            <a:solidFill>
              <a:srgbClr val="f8b621"/>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90" name=""/>
            <p:cNvSpPr/>
            <p:nvPr/>
          </p:nvSpPr>
          <p:spPr>
            <a:xfrm>
              <a:off x="4710960" y="215640"/>
              <a:ext cx="80280" cy="80640"/>
            </a:xfrm>
            <a:custGeom>
              <a:avLst/>
              <a:gdLst/>
              <a:ahLst/>
              <a:rect l="0" t="0" r="r" b="b"/>
              <a:pathLst>
                <a:path w="223" h="224">
                  <a:moveTo>
                    <a:pt x="223" y="112"/>
                  </a:moveTo>
                  <a:cubicBezTo>
                    <a:pt x="223" y="93"/>
                    <a:pt x="218"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5" y="151"/>
                    <a:pt x="15" y="168"/>
                  </a:cubicBezTo>
                  <a:cubicBezTo>
                    <a:pt x="24" y="185"/>
                    <a:pt x="39" y="199"/>
                    <a:pt x="56" y="209"/>
                  </a:cubicBezTo>
                  <a:cubicBezTo>
                    <a:pt x="73" y="218"/>
                    <a:pt x="92" y="224"/>
                    <a:pt x="112" y="224"/>
                  </a:cubicBezTo>
                  <a:cubicBezTo>
                    <a:pt x="131" y="224"/>
                    <a:pt x="151" y="218"/>
                    <a:pt x="168" y="209"/>
                  </a:cubicBezTo>
                  <a:cubicBezTo>
                    <a:pt x="185" y="199"/>
                    <a:pt x="199" y="185"/>
                    <a:pt x="209" y="168"/>
                  </a:cubicBezTo>
                  <a:cubicBezTo>
                    <a:pt x="218" y="151"/>
                    <a:pt x="223" y="132"/>
                    <a:pt x="223" y="112"/>
                  </a:cubicBezTo>
                  <a:close/>
                </a:path>
              </a:pathLst>
            </a:custGeom>
            <a:solidFill>
              <a:srgbClr val="7f59ae"/>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91" name=""/>
            <p:cNvSpPr/>
            <p:nvPr/>
          </p:nvSpPr>
          <p:spPr>
            <a:xfrm>
              <a:off x="4902120" y="215640"/>
              <a:ext cx="80640" cy="80640"/>
            </a:xfrm>
            <a:custGeom>
              <a:avLst/>
              <a:gdLst/>
              <a:ahLst/>
              <a:rect l="0" t="0" r="r" b="b"/>
              <a:pathLst>
                <a:path w="224" h="224">
                  <a:moveTo>
                    <a:pt x="224" y="112"/>
                  </a:moveTo>
                  <a:cubicBezTo>
                    <a:pt x="224" y="93"/>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3"/>
                    <a:pt x="0" y="112"/>
                  </a:cubicBezTo>
                  <a:cubicBezTo>
                    <a:pt x="0" y="132"/>
                    <a:pt x="6" y="151"/>
                    <a:pt x="15" y="168"/>
                  </a:cubicBezTo>
                  <a:cubicBezTo>
                    <a:pt x="25" y="185"/>
                    <a:pt x="39" y="199"/>
                    <a:pt x="56" y="209"/>
                  </a:cubicBezTo>
                  <a:cubicBezTo>
                    <a:pt x="73" y="218"/>
                    <a:pt x="93" y="224"/>
                    <a:pt x="112" y="224"/>
                  </a:cubicBezTo>
                  <a:cubicBezTo>
                    <a:pt x="132" y="224"/>
                    <a:pt x="151" y="218"/>
                    <a:pt x="168" y="209"/>
                  </a:cubicBezTo>
                  <a:cubicBezTo>
                    <a:pt x="185" y="199"/>
                    <a:pt x="199" y="185"/>
                    <a:pt x="209" y="168"/>
                  </a:cubicBezTo>
                  <a:cubicBezTo>
                    <a:pt x="219" y="151"/>
                    <a:pt x="224" y="132"/>
                    <a:pt x="224" y="112"/>
                  </a:cubicBezTo>
                  <a:close/>
                </a:path>
              </a:pathLst>
            </a:custGeom>
            <a:solidFill>
              <a:srgbClr val="60c4e4"/>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92" name=""/>
            <p:cNvSpPr/>
            <p:nvPr/>
          </p:nvSpPr>
          <p:spPr>
            <a:xfrm>
              <a:off x="5330160" y="255960"/>
              <a:ext cx="2334960" cy="0"/>
            </a:xfrm>
            <a:custGeom>
              <a:avLst/>
              <a:gdLst/>
              <a:ahLst/>
              <a:rect l="0" t="0" r="r" b="b"/>
              <a:pathLst>
                <a:path fill="none" w="6486" h="0">
                  <a:moveTo>
                    <a:pt x="0" y="0"/>
                  </a:moveTo>
                  <a:cubicBezTo>
                    <a:pt x="2162" y="0"/>
                    <a:pt x="4324" y="0"/>
                    <a:pt x="6486" y="0"/>
                  </a:cubicBezTo>
                </a:path>
              </a:pathLst>
            </a:custGeom>
            <a:ln cap="rnd" w="10440">
              <a:solidFill>
                <a:srgbClr val="f8b621"/>
              </a:solidFill>
              <a:round/>
            </a:ln>
          </p:spPr>
          <p:txBody>
            <a:bodyPr lIns="95040" rIns="95040" tIns="-50040" bIns="-50040" anchor="ctr" anchorCtr="1">
              <a:noAutofit/>
            </a:bodyPr>
            <a:p>
              <a:endParaRPr b="0" lang="fr-FR" sz="1800" spc="-1" strike="noStrike">
                <a:solidFill>
                  <a:srgbClr val="ffffff"/>
                </a:solidFill>
                <a:latin typeface="Arial"/>
              </a:endParaRPr>
            </a:p>
          </p:txBody>
        </p:sp>
        <p:sp>
          <p:nvSpPr>
            <p:cNvPr id="93" name=""/>
            <p:cNvSpPr/>
            <p:nvPr/>
          </p:nvSpPr>
          <p:spPr>
            <a:xfrm>
              <a:off x="2416320" y="255960"/>
              <a:ext cx="2334960" cy="0"/>
            </a:xfrm>
            <a:custGeom>
              <a:avLst/>
              <a:gdLst/>
              <a:ahLst/>
              <a:rect l="0" t="0" r="r" b="b"/>
              <a:pathLst>
                <a:path fill="none" w="6486" h="0">
                  <a:moveTo>
                    <a:pt x="0" y="0"/>
                  </a:moveTo>
                  <a:cubicBezTo>
                    <a:pt x="2162" y="0"/>
                    <a:pt x="4324" y="0"/>
                    <a:pt x="6486" y="0"/>
                  </a:cubicBezTo>
                </a:path>
              </a:pathLst>
            </a:custGeom>
            <a:ln cap="rnd" w="10440">
              <a:solidFill>
                <a:srgbClr val="7f59ae"/>
              </a:solidFill>
              <a:round/>
            </a:ln>
          </p:spPr>
          <p:txBody>
            <a:bodyPr lIns="95040" rIns="95040" tIns="-50040" bIns="-50040" anchor="ctr" anchorCtr="1">
              <a:noAutofit/>
            </a:bodyPr>
            <a:p>
              <a:endParaRPr b="0" lang="fr-FR" sz="1800" spc="-1" strike="noStrike">
                <a:solidFill>
                  <a:srgbClr val="ffffff"/>
                </a:solidFill>
                <a:latin typeface="Arial"/>
              </a:endParaRPr>
            </a:p>
          </p:txBody>
        </p:sp>
      </p:grpSp>
      <p:grpSp>
        <p:nvGrpSpPr>
          <p:cNvPr id="94" name=""/>
          <p:cNvGrpSpPr/>
          <p:nvPr/>
        </p:nvGrpSpPr>
        <p:grpSpPr>
          <a:xfrm>
            <a:off x="2383560" y="5446080"/>
            <a:ext cx="5248800" cy="80640"/>
            <a:chOff x="2383560" y="5446080"/>
            <a:chExt cx="5248800" cy="80640"/>
          </a:xfrm>
        </p:grpSpPr>
        <p:sp>
          <p:nvSpPr>
            <p:cNvPr id="95" name=""/>
            <p:cNvSpPr/>
            <p:nvPr/>
          </p:nvSpPr>
          <p:spPr>
            <a:xfrm>
              <a:off x="490212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2" y="0"/>
                    <a:pt x="112" y="0"/>
                  </a:cubicBezTo>
                  <a:cubicBezTo>
                    <a:pt x="93" y="0"/>
                    <a:pt x="73" y="5"/>
                    <a:pt x="56" y="15"/>
                  </a:cubicBezTo>
                  <a:cubicBezTo>
                    <a:pt x="39" y="25"/>
                    <a:pt x="25" y="39"/>
                    <a:pt x="15" y="56"/>
                  </a:cubicBezTo>
                  <a:cubicBezTo>
                    <a:pt x="6" y="73"/>
                    <a:pt x="0" y="92"/>
                    <a:pt x="0" y="112"/>
                  </a:cubicBezTo>
                  <a:close/>
                </a:path>
              </a:pathLst>
            </a:custGeom>
            <a:solidFill>
              <a:srgbClr val="e54b87"/>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96" name=""/>
            <p:cNvSpPr/>
            <p:nvPr/>
          </p:nvSpPr>
          <p:spPr>
            <a:xfrm>
              <a:off x="4710960" y="5446080"/>
              <a:ext cx="80280" cy="80640"/>
            </a:xfrm>
            <a:custGeom>
              <a:avLst/>
              <a:gdLst/>
              <a:ahLst/>
              <a:rect l="0" t="0" r="r" b="b"/>
              <a:pathLst>
                <a:path w="223"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8" y="151"/>
                    <a:pt x="223" y="132"/>
                    <a:pt x="223" y="112"/>
                  </a:cubicBezTo>
                  <a:cubicBezTo>
                    <a:pt x="223" y="92"/>
                    <a:pt x="218" y="73"/>
                    <a:pt x="209" y="56"/>
                  </a:cubicBezTo>
                  <a:cubicBezTo>
                    <a:pt x="199" y="39"/>
                    <a:pt x="185" y="25"/>
                    <a:pt x="168" y="15"/>
                  </a:cubicBezTo>
                  <a:cubicBezTo>
                    <a:pt x="151" y="5"/>
                    <a:pt x="131" y="0"/>
                    <a:pt x="112" y="0"/>
                  </a:cubicBezTo>
                  <a:cubicBezTo>
                    <a:pt x="92" y="0"/>
                    <a:pt x="73" y="5"/>
                    <a:pt x="56" y="15"/>
                  </a:cubicBezTo>
                  <a:cubicBezTo>
                    <a:pt x="39" y="25"/>
                    <a:pt x="24" y="39"/>
                    <a:pt x="15" y="56"/>
                  </a:cubicBezTo>
                  <a:cubicBezTo>
                    <a:pt x="5" y="73"/>
                    <a:pt x="0" y="92"/>
                    <a:pt x="0" y="112"/>
                  </a:cubicBezTo>
                  <a:close/>
                </a:path>
              </a:pathLst>
            </a:custGeom>
            <a:solidFill>
              <a:srgbClr val="f8b621"/>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97" name=""/>
            <p:cNvSpPr/>
            <p:nvPr/>
          </p:nvSpPr>
          <p:spPr>
            <a:xfrm>
              <a:off x="528984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1"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1" y="0"/>
                    <a:pt x="112" y="0"/>
                  </a:cubicBezTo>
                  <a:cubicBezTo>
                    <a:pt x="92" y="0"/>
                    <a:pt x="73" y="5"/>
                    <a:pt x="56" y="15"/>
                  </a:cubicBezTo>
                  <a:cubicBezTo>
                    <a:pt x="39" y="25"/>
                    <a:pt x="25" y="39"/>
                    <a:pt x="15" y="56"/>
                  </a:cubicBezTo>
                  <a:cubicBezTo>
                    <a:pt x="5" y="73"/>
                    <a:pt x="0" y="92"/>
                    <a:pt x="0" y="112"/>
                  </a:cubicBezTo>
                  <a:close/>
                </a:path>
              </a:pathLst>
            </a:custGeom>
            <a:solidFill>
              <a:srgbClr val="7f59ae"/>
            </a:solidFill>
            <a:ln w="0">
              <a:noFill/>
            </a:ln>
          </p:spPr>
          <p:txBody>
            <a:bodyPr lIns="90000" rIns="90000" tIns="35640" bIns="35640" anchor="ctr" anchorCtr="1">
              <a:noAutofit/>
            </a:bodyPr>
            <a:p>
              <a:endParaRPr b="0" lang="fr-FR" sz="1800" spc="-1" strike="noStrike">
                <a:solidFill>
                  <a:srgbClr val="ffffff"/>
                </a:solidFill>
                <a:latin typeface="Arial"/>
              </a:endParaRPr>
            </a:p>
          </p:txBody>
        </p:sp>
        <p:sp>
          <p:nvSpPr>
            <p:cNvPr id="98" name=""/>
            <p:cNvSpPr/>
            <p:nvPr/>
          </p:nvSpPr>
          <p:spPr>
            <a:xfrm>
              <a:off x="5098320" y="5446080"/>
              <a:ext cx="80640" cy="80640"/>
            </a:xfrm>
            <a:custGeom>
              <a:avLst/>
              <a:gdLst/>
              <a:ahLst/>
              <a:rect l="0" t="0" r="r" b="b"/>
              <a:pathLst>
                <a:path w="224" h="224">
                  <a:moveTo>
                    <a:pt x="0" y="112"/>
                  </a:moveTo>
                  <a:cubicBezTo>
                    <a:pt x="0" y="132"/>
                    <a:pt x="5" y="151"/>
                    <a:pt x="15" y="168"/>
                  </a:cubicBezTo>
                  <a:cubicBezTo>
                    <a:pt x="25" y="185"/>
                    <a:pt x="39" y="199"/>
                    <a:pt x="56" y="209"/>
                  </a:cubicBezTo>
                  <a:cubicBezTo>
                    <a:pt x="73" y="219"/>
                    <a:pt x="92" y="224"/>
                    <a:pt x="112" y="224"/>
                  </a:cubicBezTo>
                  <a:cubicBezTo>
                    <a:pt x="132" y="224"/>
                    <a:pt x="151" y="219"/>
                    <a:pt x="168" y="209"/>
                  </a:cubicBezTo>
                  <a:cubicBezTo>
                    <a:pt x="185" y="199"/>
                    <a:pt x="199" y="185"/>
                    <a:pt x="209" y="168"/>
                  </a:cubicBezTo>
                  <a:cubicBezTo>
                    <a:pt x="219" y="151"/>
                    <a:pt x="224" y="132"/>
                    <a:pt x="224" y="112"/>
                  </a:cubicBezTo>
                  <a:cubicBezTo>
                    <a:pt x="224" y="92"/>
                    <a:pt x="219" y="73"/>
                    <a:pt x="209" y="56"/>
                  </a:cubicBezTo>
                  <a:cubicBezTo>
                    <a:pt x="199" y="39"/>
                    <a:pt x="185" y="25"/>
                    <a:pt x="168" y="15"/>
                  </a:cubicBezTo>
                  <a:cubicBezTo>
                    <a:pt x="151" y="5"/>
                    <a:pt x="132" y="0"/>
                    <a:pt x="112" y="0"/>
                  </a:cubicBezTo>
                  <a:cubicBezTo>
                    <a:pt x="92" y="0"/>
                    <a:pt x="73" y="5"/>
                    <a:pt x="56" y="15"/>
                  </a:cubicBezTo>
                  <a:cubicBezTo>
                    <a:pt x="39" y="25"/>
                    <a:pt x="25" y="39"/>
                    <a:pt x="15" y="56"/>
                  </a:cubicBezTo>
                  <a:cubicBezTo>
                    <a:pt x="5" y="73"/>
                    <a:pt x="0" y="92"/>
                    <a:pt x="0" y="112"/>
                  </a:cubicBezTo>
                  <a:close/>
                </a:path>
              </a:pathLst>
            </a:custGeom>
            <a:solidFill>
              <a:srgbClr val="60c4e4"/>
            </a:solidFill>
            <a:ln w="0">
              <a:noFill/>
            </a:ln>
          </p:spPr>
          <p:txBody>
            <a:bodyPr lIns="90000" rIns="90000" tIns="35640" bIns="35640" anchor="ctr" anchorCtr="1">
              <a:noAutofit/>
            </a:bodyPr>
            <a:p>
              <a:endParaRPr b="0" lang="fr-FR" sz="1800" spc="-1" strike="noStrike">
                <a:solidFill>
                  <a:srgbClr val="000000"/>
                </a:solidFill>
                <a:latin typeface="Arial"/>
              </a:endParaRPr>
            </a:p>
          </p:txBody>
        </p:sp>
        <p:sp>
          <p:nvSpPr>
            <p:cNvPr id="99" name=""/>
            <p:cNvSpPr/>
            <p:nvPr/>
          </p:nvSpPr>
          <p:spPr>
            <a:xfrm>
              <a:off x="2383560" y="5486400"/>
              <a:ext cx="2334960" cy="0"/>
            </a:xfrm>
            <a:custGeom>
              <a:avLst/>
              <a:gdLst/>
              <a:ahLst/>
              <a:rect l="0" t="0" r="r" b="b"/>
              <a:pathLst>
                <a:path fill="none" w="6486" h="0">
                  <a:moveTo>
                    <a:pt x="0" y="0"/>
                  </a:moveTo>
                  <a:cubicBezTo>
                    <a:pt x="2162" y="0"/>
                    <a:pt x="4324" y="0"/>
                    <a:pt x="6486" y="0"/>
                  </a:cubicBezTo>
                </a:path>
              </a:pathLst>
            </a:custGeom>
            <a:ln cap="rnd" w="10440">
              <a:solidFill>
                <a:srgbClr val="f8b621"/>
              </a:solidFill>
              <a:round/>
            </a:ln>
          </p:spPr>
          <p:txBody>
            <a:bodyPr lIns="95040" rIns="95040" tIns="-50040" bIns="-50040" anchor="ctr" anchorCtr="1">
              <a:noAutofit/>
            </a:bodyPr>
            <a:p>
              <a:endParaRPr b="0" lang="fr-FR" sz="1800" spc="-1" strike="noStrike">
                <a:solidFill>
                  <a:srgbClr val="ffffff"/>
                </a:solidFill>
                <a:latin typeface="Arial"/>
              </a:endParaRPr>
            </a:p>
          </p:txBody>
        </p:sp>
        <p:sp>
          <p:nvSpPr>
            <p:cNvPr id="100" name=""/>
            <p:cNvSpPr/>
            <p:nvPr/>
          </p:nvSpPr>
          <p:spPr>
            <a:xfrm>
              <a:off x="5297400" y="5486400"/>
              <a:ext cx="2334960" cy="0"/>
            </a:xfrm>
            <a:custGeom>
              <a:avLst/>
              <a:gdLst/>
              <a:ahLst/>
              <a:rect l="0" t="0" r="r" b="b"/>
              <a:pathLst>
                <a:path fill="none" w="6486" h="0">
                  <a:moveTo>
                    <a:pt x="0" y="0"/>
                  </a:moveTo>
                  <a:cubicBezTo>
                    <a:pt x="2162" y="0"/>
                    <a:pt x="4324" y="0"/>
                    <a:pt x="6486" y="0"/>
                  </a:cubicBezTo>
                </a:path>
              </a:pathLst>
            </a:custGeom>
            <a:ln cap="rnd" w="10440">
              <a:solidFill>
                <a:srgbClr val="7f59ae"/>
              </a:solidFill>
              <a:round/>
            </a:ln>
          </p:spPr>
          <p:txBody>
            <a:bodyPr lIns="95040" rIns="95040" tIns="-50040" bIns="-50040" anchor="ctr" anchorCtr="1">
              <a:noAutofit/>
            </a:bodyPr>
            <a:p>
              <a:endParaRPr b="0" lang="fr-FR" sz="1800" spc="-1" strike="noStrike">
                <a:solidFill>
                  <a:srgbClr val="ffffff"/>
                </a:solidFill>
                <a:latin typeface="Arial"/>
              </a:endParaRPr>
            </a:p>
          </p:txBody>
        </p:sp>
      </p:gr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503640" y="225720"/>
            <a:ext cx="9071280" cy="94644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Noto Sans"/>
              </a:rPr>
              <a:t>Cliquez pour éditer le format du texte-titre</a:t>
            </a:r>
            <a:endParaRPr b="0" lang="fr-FR" sz="4400" spc="-1" strike="noStrike">
              <a:solidFill>
                <a:srgbClr val="000000"/>
              </a:solidFill>
              <a:latin typeface="Noto Sans"/>
            </a:endParaRPr>
          </a:p>
        </p:txBody>
      </p:sp>
      <p:sp>
        <p:nvSpPr>
          <p:cNvPr id="103" name="PlaceHolder 2"/>
          <p:cNvSpPr>
            <a:spLocks noGrp="1"/>
          </p:cNvSpPr>
          <p:nvPr>
            <p:ph type="body"/>
          </p:nvPr>
        </p:nvSpPr>
        <p:spPr>
          <a:xfrm>
            <a:off x="503640" y="1326240"/>
            <a:ext cx="9071280" cy="328824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pic>
        <p:nvPicPr>
          <p:cNvPr id="104" name="" descr=""/>
          <p:cNvPicPr/>
          <p:nvPr/>
        </p:nvPicPr>
        <p:blipFill>
          <a:blip r:embed="rId2">
            <a:extLst>
              <a:ext uri="{96DAC541-7B7A-43D3-8B79-37D633B846F1}">
                <asvg:svgBlip xmlns:asvg="http://schemas.microsoft.com/office/drawing/2016/SVG/main" r:embed="rId3"/>
              </a:ext>
            </a:extLst>
          </a:blip>
          <a:stretch/>
        </p:blipFill>
        <p:spPr>
          <a:xfrm flipH="1">
            <a:off x="0" y="0"/>
            <a:ext cx="247680" cy="5669640"/>
          </a:xfrm>
          <a:prstGeom prst="rect">
            <a:avLst/>
          </a:prstGeom>
          <a:ln w="18000">
            <a:noFill/>
          </a:ln>
        </p:spPr>
      </p:pic>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
          <p:cNvSpPr/>
          <p:nvPr/>
        </p:nvSpPr>
        <p:spPr>
          <a:xfrm>
            <a:off x="7610400" y="0"/>
            <a:ext cx="2469600" cy="5670000"/>
          </a:xfrm>
          <a:custGeom>
            <a:avLst/>
            <a:gdLst/>
            <a:ahLst/>
            <a:rect l="0" t="0" r="r" b="b"/>
            <a:pathLst>
              <a:path w="6860" h="15750">
                <a:moveTo>
                  <a:pt x="6860" y="0"/>
                </a:moveTo>
                <a:cubicBezTo>
                  <a:pt x="6860" y="5250"/>
                  <a:pt x="6860" y="10500"/>
                  <a:pt x="6860" y="15750"/>
                </a:cubicBezTo>
                <a:cubicBezTo>
                  <a:pt x="6183" y="15750"/>
                  <a:pt x="2287" y="15750"/>
                  <a:pt x="0" y="15750"/>
                </a:cubicBezTo>
                <a:cubicBezTo>
                  <a:pt x="2254" y="10500"/>
                  <a:pt x="4506" y="5250"/>
                  <a:pt x="6760" y="0"/>
                </a:cubicBezTo>
                <a:cubicBezTo>
                  <a:pt x="6793" y="0"/>
                  <a:pt x="6183" y="0"/>
                  <a:pt x="6860" y="0"/>
                </a:cubicBezTo>
                <a:close/>
              </a:path>
            </a:pathLst>
          </a:custGeom>
          <a:solidFill>
            <a:srgbClr val="0d84a1"/>
          </a:solidFill>
          <a:ln w="18000">
            <a:solidFill>
              <a:srgbClr val="009bdd"/>
            </a:solidFill>
            <a:round/>
          </a:ln>
        </p:spPr>
        <p:txBody>
          <a:bodyPr lIns="90000" rIns="90000" tIns="45000" bIns="45000" anchor="ctr">
            <a:noAutofit/>
          </a:bodyPr>
          <a:p>
            <a:endParaRPr b="0" lang="fr-FR" sz="1800" spc="-1" strike="noStrike">
              <a:solidFill>
                <a:srgbClr val="ffffff"/>
              </a:solidFill>
              <a:latin typeface="Arial"/>
            </a:endParaRPr>
          </a:p>
        </p:txBody>
      </p:sp>
      <p:sp>
        <p:nvSpPr>
          <p:cNvPr id="107" name=""/>
          <p:cNvSpPr/>
          <p:nvPr/>
        </p:nvSpPr>
        <p:spPr>
          <a:xfrm>
            <a:off x="-35640" y="0"/>
            <a:ext cx="2469600" cy="5670000"/>
          </a:xfrm>
          <a:custGeom>
            <a:avLst/>
            <a:gdLst/>
            <a:ahLst/>
            <a:rect l="0" t="0" r="r" b="b"/>
            <a:pathLst>
              <a:path w="6860" h="15750">
                <a:moveTo>
                  <a:pt x="0" y="15750"/>
                </a:moveTo>
                <a:cubicBezTo>
                  <a:pt x="0" y="10500"/>
                  <a:pt x="0" y="5250"/>
                  <a:pt x="0" y="0"/>
                </a:cubicBezTo>
                <a:cubicBezTo>
                  <a:pt x="677" y="0"/>
                  <a:pt x="4573" y="0"/>
                  <a:pt x="6860" y="0"/>
                </a:cubicBezTo>
                <a:cubicBezTo>
                  <a:pt x="4606" y="5250"/>
                  <a:pt x="2354" y="10500"/>
                  <a:pt x="100" y="15750"/>
                </a:cubicBezTo>
                <a:cubicBezTo>
                  <a:pt x="67" y="15750"/>
                  <a:pt x="677" y="15750"/>
                  <a:pt x="0" y="15750"/>
                </a:cubicBezTo>
                <a:close/>
              </a:path>
            </a:pathLst>
          </a:custGeom>
          <a:solidFill>
            <a:srgbClr val="0d84a1"/>
          </a:solidFill>
          <a:ln w="18000">
            <a:solidFill>
              <a:srgbClr val="009bdd"/>
            </a:solidFill>
            <a:round/>
          </a:ln>
        </p:spPr>
        <p:txBody>
          <a:bodyPr lIns="90000" rIns="90000" tIns="45000" bIns="45000" anchor="ctr">
            <a:noAutofit/>
          </a:bodyPr>
          <a:p>
            <a:endParaRPr b="0" lang="fr-FR" sz="1800" spc="-1" strike="noStrike">
              <a:solidFill>
                <a:srgbClr val="ffffff"/>
              </a:solidFill>
              <a:latin typeface="Noto Sans"/>
            </a:endParaRPr>
          </a:p>
        </p:txBody>
      </p:sp>
      <p:sp>
        <p:nvSpPr>
          <p:cNvPr id="108" name="PlaceHolder 1"/>
          <p:cNvSpPr>
            <a:spLocks noGrp="1"/>
          </p:cNvSpPr>
          <p:nvPr>
            <p:ph type="title"/>
          </p:nvPr>
        </p:nvSpPr>
        <p:spPr>
          <a:xfrm>
            <a:off x="503640" y="226080"/>
            <a:ext cx="9071280" cy="946080"/>
          </a:xfrm>
          <a:prstGeom prst="rect">
            <a:avLst/>
          </a:prstGeom>
          <a:noFill/>
          <a:ln w="0">
            <a:noFill/>
          </a:ln>
        </p:spPr>
        <p:txBody>
          <a:bodyPr lIns="0" rIns="0" tIns="0" bIns="0" anchor="ctr">
            <a:noAutofit/>
          </a:bodyPr>
          <a:p>
            <a:pPr indent="0" algn="ctr">
              <a:buNone/>
            </a:pPr>
            <a:r>
              <a:rPr b="0" lang="fr-FR" sz="4670" spc="-1" strike="noStrike">
                <a:solidFill>
                  <a:srgbClr val="000000"/>
                </a:solidFill>
                <a:latin typeface="Noto Sans"/>
              </a:rPr>
              <a:t>Cliquez pour éditer le format du texte-titre</a:t>
            </a:r>
            <a:endParaRPr b="0" lang="fr-FR" sz="4670" spc="-1" strike="noStrike">
              <a:solidFill>
                <a:srgbClr val="000000"/>
              </a:solidFill>
              <a:latin typeface="Noto Sans"/>
            </a:endParaRPr>
          </a:p>
        </p:txBody>
      </p:sp>
      <p:sp>
        <p:nvSpPr>
          <p:cNvPr id="109" name="PlaceHolder 2"/>
          <p:cNvSpPr>
            <a:spLocks noGrp="1"/>
          </p:cNvSpPr>
          <p:nvPr>
            <p:ph type="body"/>
          </p:nvPr>
        </p:nvSpPr>
        <p:spPr>
          <a:xfrm>
            <a:off x="503640" y="1326600"/>
            <a:ext cx="9071280" cy="3287880"/>
          </a:xfrm>
          <a:prstGeom prst="rect">
            <a:avLst/>
          </a:prstGeom>
          <a:noFill/>
          <a:ln w="0">
            <a:noFill/>
          </a:ln>
        </p:spPr>
        <p:txBody>
          <a:bodyPr lIns="0" rIns="0" tIns="0" bIns="0" anchor="t">
            <a:normAutofit fontScale="98427"/>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Noto Sans"/>
              </a:rPr>
              <a:t>Cliquez pour éditer le format du plan de texte</a:t>
            </a:r>
            <a:endParaRPr b="0" lang="fr-FR" sz="3200" spc="-1" strike="noStrike">
              <a:solidFill>
                <a:srgbClr val="000000"/>
              </a:solidFill>
              <a:latin typeface="Noto Sans"/>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Noto Sans"/>
              </a:rPr>
              <a:t>Second niveau de plan</a:t>
            </a:r>
            <a:endParaRPr b="0" lang="fr-FR" sz="2800" spc="-1" strike="noStrike">
              <a:solidFill>
                <a:srgbClr val="000000"/>
              </a:solidFill>
              <a:latin typeface="Noto Sans"/>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Noto Sans"/>
              </a:rPr>
              <a:t>Troisième niveau de plan</a:t>
            </a:r>
            <a:endParaRPr b="0" lang="fr-FR" sz="2400" spc="-1" strike="noStrike">
              <a:solidFill>
                <a:srgbClr val="000000"/>
              </a:solidFill>
              <a:latin typeface="Noto Sans"/>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Noto Sans"/>
              </a:rPr>
              <a:t>Quatrième niveau de plan</a:t>
            </a:r>
            <a:endParaRPr b="0" lang="fr-FR" sz="2000" spc="-1" strike="noStrike">
              <a:solidFill>
                <a:srgbClr val="000000"/>
              </a:solidFill>
              <a:latin typeface="Noto Sans"/>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Noto Sans"/>
              </a:rPr>
              <a:t>Cinquième niveau de plan</a:t>
            </a:r>
            <a:endParaRPr b="0" lang="fr-FR" sz="2000" spc="-1" strike="noStrike">
              <a:solidFill>
                <a:srgbClr val="000000"/>
              </a:solidFill>
              <a:latin typeface="Noto Sans"/>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Noto Sans"/>
              </a:rPr>
              <a:t>Sixième niveau de plan</a:t>
            </a:r>
            <a:endParaRPr b="0" lang="fr-FR" sz="2000" spc="-1" strike="noStrike">
              <a:solidFill>
                <a:srgbClr val="000000"/>
              </a:solidFill>
              <a:latin typeface="Noto Sans"/>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Noto Sans"/>
              </a:rPr>
              <a:t>Septième niveau de plan</a:t>
            </a:r>
            <a:endParaRPr b="0" lang="fr-FR" sz="2000" spc="-1" strike="noStrike">
              <a:solidFill>
                <a:srgbClr val="000000"/>
              </a:solidFill>
              <a:latin typeface="Noto Sans"/>
            </a:endParaRPr>
          </a:p>
        </p:txBody>
      </p:sp>
      <p:sp>
        <p:nvSpPr>
          <p:cNvPr id="110" name="PlaceHolder 3"/>
          <p:cNvSpPr>
            <a:spLocks noGrp="1"/>
          </p:cNvSpPr>
          <p:nvPr>
            <p:ph type="dt" idx="22"/>
          </p:nvPr>
        </p:nvSpPr>
        <p:spPr>
          <a:xfrm>
            <a:off x="503640" y="5164920"/>
            <a:ext cx="2347920" cy="39060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Noto Sans"/>
              </a:defRPr>
            </a:lvl1pPr>
          </a:lstStyle>
          <a:p>
            <a:pPr indent="0">
              <a:buNone/>
            </a:pPr>
            <a:r>
              <a:rPr b="0" lang="fr-FR" sz="1400" spc="-1" strike="noStrike">
                <a:solidFill>
                  <a:srgbClr val="000000"/>
                </a:solidFill>
                <a:latin typeface="Noto Sans"/>
              </a:rPr>
              <a:t>&lt;date/heure&gt;</a:t>
            </a:r>
            <a:endParaRPr b="0" lang="fr-FR" sz="1400" spc="-1" strike="noStrike">
              <a:solidFill>
                <a:srgbClr val="000000"/>
              </a:solidFill>
              <a:latin typeface="Noto Sans"/>
            </a:endParaRPr>
          </a:p>
        </p:txBody>
      </p:sp>
      <p:sp>
        <p:nvSpPr>
          <p:cNvPr id="111" name="PlaceHolder 4"/>
          <p:cNvSpPr>
            <a:spLocks noGrp="1"/>
          </p:cNvSpPr>
          <p:nvPr>
            <p:ph type="ftr" idx="23"/>
          </p:nvPr>
        </p:nvSpPr>
        <p:spPr>
          <a:xfrm>
            <a:off x="3447000" y="5164920"/>
            <a:ext cx="3195000" cy="390600"/>
          </a:xfrm>
          <a:prstGeom prst="rect">
            <a:avLst/>
          </a:prstGeom>
          <a:noFill/>
          <a:ln w="0">
            <a:noFill/>
          </a:ln>
        </p:spPr>
        <p:txBody>
          <a:bodyPr lIns="0" rIns="0" tIns="0" bIns="0" anchor="t">
            <a:noAutofit/>
          </a:bodyPr>
          <a:lstStyle>
            <a:lvl1pPr indent="0" algn="ctr">
              <a:buNone/>
              <a:defRPr b="0" lang="fr-FR" sz="1400" spc="-1" strike="noStrike">
                <a:solidFill>
                  <a:srgbClr val="000000"/>
                </a:solidFill>
                <a:latin typeface="Noto Sans"/>
              </a:defRPr>
            </a:lvl1pPr>
          </a:lstStyle>
          <a:p>
            <a:pPr indent="0" algn="ctr">
              <a:buNone/>
            </a:pPr>
            <a:r>
              <a:rPr b="0" lang="fr-FR" sz="1400" spc="-1" strike="noStrike">
                <a:solidFill>
                  <a:srgbClr val="000000"/>
                </a:solidFill>
                <a:latin typeface="Noto Sans"/>
              </a:rPr>
              <a:t>&lt;pied de page&gt;</a:t>
            </a:r>
            <a:endParaRPr b="0" lang="fr-FR" sz="1400" spc="-1" strike="noStrike">
              <a:solidFill>
                <a:srgbClr val="000000"/>
              </a:solidFill>
              <a:latin typeface="Noto Sans"/>
            </a:endParaRPr>
          </a:p>
        </p:txBody>
      </p:sp>
      <p:sp>
        <p:nvSpPr>
          <p:cNvPr id="112" name="PlaceHolder 5"/>
          <p:cNvSpPr>
            <a:spLocks noGrp="1"/>
          </p:cNvSpPr>
          <p:nvPr>
            <p:ph type="sldNum" idx="24"/>
          </p:nvPr>
        </p:nvSpPr>
        <p:spPr>
          <a:xfrm>
            <a:off x="7227000" y="5164920"/>
            <a:ext cx="2347920" cy="39060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Noto Sans"/>
              </a:defRPr>
            </a:lvl1pPr>
          </a:lstStyle>
          <a:p>
            <a:pPr indent="0" algn="r">
              <a:buNone/>
            </a:pPr>
            <a:fld id="{378FAFD6-2C9C-4946-8065-2B1F27BB03D4}" type="slidenum">
              <a:rPr b="0" lang="fr-FR" sz="1400" spc="-1" strike="noStrike">
                <a:solidFill>
                  <a:srgbClr val="000000"/>
                </a:solidFill>
                <a:latin typeface="Noto Sans"/>
              </a:rPr>
              <a:t>&lt;numéro&gt;</a:t>
            </a:fld>
            <a:endParaRPr b="0" lang="fr-FR" sz="1400" spc="-1" strike="noStrike">
              <a:solidFill>
                <a:srgbClr val="000000"/>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
          <p:cNvSpPr/>
          <p:nvPr/>
        </p:nvSpPr>
        <p:spPr>
          <a:xfrm>
            <a:off x="0" y="0"/>
            <a:ext cx="1554840" cy="567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Noto Sans"/>
            </a:endParaRPr>
          </a:p>
        </p:txBody>
      </p:sp>
      <p:sp>
        <p:nvSpPr>
          <p:cNvPr id="115" name="PlaceHolder 1"/>
          <p:cNvSpPr>
            <a:spLocks noGrp="1"/>
          </p:cNvSpPr>
          <p:nvPr>
            <p:ph type="title"/>
          </p:nvPr>
        </p:nvSpPr>
        <p:spPr>
          <a:xfrm>
            <a:off x="503640" y="226080"/>
            <a:ext cx="9071280" cy="946080"/>
          </a:xfrm>
          <a:prstGeom prst="rect">
            <a:avLst/>
          </a:prstGeom>
          <a:noFill/>
          <a:ln w="0">
            <a:noFill/>
          </a:ln>
        </p:spPr>
        <p:txBody>
          <a:bodyPr lIns="0" rIns="0" tIns="0" bIns="0" anchor="ctr">
            <a:noAutofit/>
          </a:bodyPr>
          <a:p>
            <a:pPr indent="0" algn="ctr">
              <a:buNone/>
            </a:pPr>
            <a:r>
              <a:rPr b="0" lang="fr-FR" sz="4670" spc="-1" strike="noStrike">
                <a:solidFill>
                  <a:srgbClr val="000000"/>
                </a:solidFill>
                <a:latin typeface="Noto Sans"/>
              </a:rPr>
              <a:t>Cliquez pour éditer le format du texte-titre</a:t>
            </a:r>
            <a:endParaRPr b="0" lang="fr-FR" sz="4670" spc="-1" strike="noStrike">
              <a:solidFill>
                <a:srgbClr val="000000"/>
              </a:solidFill>
              <a:latin typeface="Noto Sans"/>
            </a:endParaRPr>
          </a:p>
        </p:txBody>
      </p:sp>
      <p:sp>
        <p:nvSpPr>
          <p:cNvPr id="116" name="PlaceHolder 2"/>
          <p:cNvSpPr>
            <a:spLocks noGrp="1"/>
          </p:cNvSpPr>
          <p:nvPr>
            <p:ph type="body"/>
          </p:nvPr>
        </p:nvSpPr>
        <p:spPr>
          <a:xfrm>
            <a:off x="503640" y="1326600"/>
            <a:ext cx="9071280" cy="3287880"/>
          </a:xfrm>
          <a:prstGeom prst="rect">
            <a:avLst/>
          </a:prstGeom>
          <a:noFill/>
          <a:ln w="0">
            <a:noFill/>
          </a:ln>
        </p:spPr>
        <p:txBody>
          <a:bodyPr lIns="0" rIns="0" tIns="0" bIns="0" anchor="t">
            <a:normAutofit fontScale="98427"/>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Noto Sans"/>
              </a:rPr>
              <a:t>Cliquez pour éditer le format du plan de </a:t>
            </a:r>
            <a:r>
              <a:rPr b="0" lang="fr-FR" sz="3200" spc="-1" strike="noStrike">
                <a:solidFill>
                  <a:srgbClr val="000000"/>
                </a:solidFill>
                <a:latin typeface="Noto Sans"/>
              </a:rPr>
              <a:t>texte</a:t>
            </a:r>
            <a:endParaRPr b="0" lang="fr-FR" sz="3200" spc="-1" strike="noStrike">
              <a:solidFill>
                <a:srgbClr val="000000"/>
              </a:solidFill>
              <a:latin typeface="Noto Sans"/>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Noto Sans"/>
              </a:rPr>
              <a:t>Second niveau de plan</a:t>
            </a:r>
            <a:endParaRPr b="0" lang="fr-FR" sz="2800" spc="-1" strike="noStrike">
              <a:solidFill>
                <a:srgbClr val="000000"/>
              </a:solidFill>
              <a:latin typeface="Noto Sans"/>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Noto Sans"/>
              </a:rPr>
              <a:t>Troisième niveau de plan</a:t>
            </a:r>
            <a:endParaRPr b="0" lang="fr-FR" sz="2400" spc="-1" strike="noStrike">
              <a:solidFill>
                <a:srgbClr val="000000"/>
              </a:solidFill>
              <a:latin typeface="Noto Sans"/>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Noto Sans"/>
              </a:rPr>
              <a:t>Quatrième niveau de plan</a:t>
            </a:r>
            <a:endParaRPr b="0" lang="fr-FR" sz="2000" spc="-1" strike="noStrike">
              <a:solidFill>
                <a:srgbClr val="000000"/>
              </a:solidFill>
              <a:latin typeface="Noto Sans"/>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Noto Sans"/>
              </a:rPr>
              <a:t>Cinquième niveau de plan</a:t>
            </a:r>
            <a:endParaRPr b="0" lang="fr-FR" sz="2000" spc="-1" strike="noStrike">
              <a:solidFill>
                <a:srgbClr val="000000"/>
              </a:solidFill>
              <a:latin typeface="Noto Sans"/>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Noto Sans"/>
              </a:rPr>
              <a:t>Sixième niveau de plan</a:t>
            </a:r>
            <a:endParaRPr b="0" lang="fr-FR" sz="2000" spc="-1" strike="noStrike">
              <a:solidFill>
                <a:srgbClr val="000000"/>
              </a:solidFill>
              <a:latin typeface="Noto Sans"/>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Noto Sans"/>
              </a:rPr>
              <a:t>Septième niveau de plan</a:t>
            </a:r>
            <a:endParaRPr b="0" lang="fr-FR" sz="2000" spc="-1" strike="noStrike">
              <a:solidFill>
                <a:srgbClr val="000000"/>
              </a:solidFill>
              <a:latin typeface="Noto Sans"/>
            </a:endParaRPr>
          </a:p>
        </p:txBody>
      </p:sp>
      <p:sp>
        <p:nvSpPr>
          <p:cNvPr id="117" name="PlaceHolder 3"/>
          <p:cNvSpPr>
            <a:spLocks noGrp="1"/>
          </p:cNvSpPr>
          <p:nvPr>
            <p:ph type="dt" idx="25"/>
          </p:nvPr>
        </p:nvSpPr>
        <p:spPr>
          <a:xfrm>
            <a:off x="503640" y="5164920"/>
            <a:ext cx="2347920" cy="39060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Noto Sans"/>
              </a:defRPr>
            </a:lvl1pPr>
          </a:lstStyle>
          <a:p>
            <a:pPr indent="0">
              <a:buNone/>
            </a:pPr>
            <a:r>
              <a:rPr b="0" lang="fr-FR" sz="1400" spc="-1" strike="noStrike">
                <a:solidFill>
                  <a:srgbClr val="000000"/>
                </a:solidFill>
                <a:latin typeface="Noto Sans"/>
              </a:rPr>
              <a:t>&lt;date/heure&gt;</a:t>
            </a:r>
            <a:endParaRPr b="0" lang="fr-FR" sz="1400" spc="-1" strike="noStrike">
              <a:solidFill>
                <a:srgbClr val="000000"/>
              </a:solidFill>
              <a:latin typeface="Noto Sans"/>
            </a:endParaRPr>
          </a:p>
        </p:txBody>
      </p:sp>
      <p:sp>
        <p:nvSpPr>
          <p:cNvPr id="118" name="PlaceHolder 4"/>
          <p:cNvSpPr>
            <a:spLocks noGrp="1"/>
          </p:cNvSpPr>
          <p:nvPr>
            <p:ph type="ftr" idx="26"/>
          </p:nvPr>
        </p:nvSpPr>
        <p:spPr>
          <a:xfrm>
            <a:off x="3447000" y="5164920"/>
            <a:ext cx="3195000" cy="390600"/>
          </a:xfrm>
          <a:prstGeom prst="rect">
            <a:avLst/>
          </a:prstGeom>
          <a:noFill/>
          <a:ln w="0">
            <a:noFill/>
          </a:ln>
        </p:spPr>
        <p:txBody>
          <a:bodyPr lIns="0" rIns="0" tIns="0" bIns="0" anchor="t">
            <a:noAutofit/>
          </a:bodyPr>
          <a:lstStyle>
            <a:lvl1pPr indent="0" algn="ctr">
              <a:buNone/>
              <a:defRPr b="0" lang="fr-FR" sz="1400" spc="-1" strike="noStrike">
                <a:solidFill>
                  <a:srgbClr val="000000"/>
                </a:solidFill>
                <a:latin typeface="Noto Sans"/>
              </a:defRPr>
            </a:lvl1pPr>
          </a:lstStyle>
          <a:p>
            <a:pPr indent="0" algn="ctr">
              <a:buNone/>
            </a:pPr>
            <a:r>
              <a:rPr b="0" lang="fr-FR" sz="1400" spc="-1" strike="noStrike">
                <a:solidFill>
                  <a:srgbClr val="000000"/>
                </a:solidFill>
                <a:latin typeface="Noto Sans"/>
              </a:rPr>
              <a:t>&lt;pied de page&gt;</a:t>
            </a:r>
            <a:endParaRPr b="0" lang="fr-FR" sz="1400" spc="-1" strike="noStrike">
              <a:solidFill>
                <a:srgbClr val="000000"/>
              </a:solidFill>
              <a:latin typeface="Noto Sans"/>
            </a:endParaRPr>
          </a:p>
        </p:txBody>
      </p:sp>
      <p:sp>
        <p:nvSpPr>
          <p:cNvPr id="119" name="PlaceHolder 5"/>
          <p:cNvSpPr>
            <a:spLocks noGrp="1"/>
          </p:cNvSpPr>
          <p:nvPr>
            <p:ph type="sldNum" idx="27"/>
          </p:nvPr>
        </p:nvSpPr>
        <p:spPr>
          <a:xfrm>
            <a:off x="7227000" y="5164920"/>
            <a:ext cx="2347920" cy="39060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Noto Sans"/>
              </a:defRPr>
            </a:lvl1pPr>
          </a:lstStyle>
          <a:p>
            <a:pPr indent="0" algn="r">
              <a:buNone/>
            </a:pPr>
            <a:fld id="{D192850D-0C06-4E0C-86E7-C13BD8094ACB}" type="slidenum">
              <a:rPr b="0" lang="fr-FR" sz="1400" spc="-1" strike="noStrike">
                <a:solidFill>
                  <a:srgbClr val="000000"/>
                </a:solidFill>
                <a:latin typeface="Noto Sans"/>
              </a:rPr>
              <a:t>&lt;numéro&gt;</a:t>
            </a:fld>
            <a:endParaRPr b="0" lang="fr-FR" sz="1400" spc="-1" strike="noStrike">
              <a:solidFill>
                <a:srgbClr val="000000"/>
              </a:solidFill>
              <a:latin typeface="Noto Sans"/>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666666"/>
        </a:solidFill>
      </p:bgPr>
    </p:bg>
    <p:spTree>
      <p:nvGrpSpPr>
        <p:cNvPr id="1" name=""/>
        <p:cNvGrpSpPr/>
        <p:nvPr/>
      </p:nvGrpSpPr>
      <p:grpSpPr>
        <a:xfrm>
          <a:off x="0" y="0"/>
          <a:ext cx="0" cy="0"/>
          <a:chOff x="0" y="0"/>
          <a:chExt cx="0" cy="0"/>
        </a:xfrm>
      </p:grpSpPr>
      <p:sp>
        <p:nvSpPr>
          <p:cNvPr id="121" name=""/>
          <p:cNvSpPr/>
          <p:nvPr/>
        </p:nvSpPr>
        <p:spPr>
          <a:xfrm rot="16200000">
            <a:off x="43920" y="538920"/>
            <a:ext cx="855000" cy="720000"/>
          </a:xfrm>
          <a:prstGeom prst="parallelogram">
            <a:avLst>
              <a:gd name="adj" fmla="val 30987"/>
            </a:avLst>
          </a:prstGeom>
          <a:solidFill>
            <a:srgbClr val="b5e77d">
              <a:alpha val="49000"/>
            </a:srgbClr>
          </a:solidFill>
          <a:ln w="10800">
            <a:noFill/>
          </a:ln>
        </p:spPr>
        <p:style>
          <a:lnRef idx="0"/>
          <a:fillRef idx="0"/>
          <a:effectRef idx="0"/>
          <a:fontRef idx="minor"/>
        </p:style>
        <p:txBody>
          <a:bodyPr wrap="none" lIns="90000" rIns="90000" tIns="45000" bIns="45000" anchor="ctr">
            <a:noAutofit/>
          </a:bodyPr>
          <a:p>
            <a:endParaRPr b="0" lang="fr-FR" sz="1800" spc="-1" strike="noStrike">
              <a:solidFill>
                <a:srgbClr val="000000"/>
              </a:solidFill>
              <a:latin typeface="Arial"/>
            </a:endParaRPr>
          </a:p>
        </p:txBody>
      </p:sp>
      <p:sp>
        <p:nvSpPr>
          <p:cNvPr id="122" name=""/>
          <p:cNvSpPr/>
          <p:nvPr/>
        </p:nvSpPr>
        <p:spPr>
          <a:xfrm>
            <a:off x="7640280" y="100800"/>
            <a:ext cx="1201320" cy="370800"/>
          </a:xfrm>
          <a:prstGeom prst="parallelogram">
            <a:avLst>
              <a:gd name="adj" fmla="val 88517"/>
            </a:avLst>
          </a:prstGeom>
          <a:solidFill>
            <a:srgbClr val="81aca6">
              <a:alpha val="39000"/>
            </a:srgbClr>
          </a:solidFill>
          <a:ln w="10800">
            <a:noFill/>
          </a:ln>
          <a:effectLst>
            <a:outerShdw dist="0" dir="0" blurRad="0" rotWithShape="0">
              <a:srgbClr val="b2b2b2"/>
            </a:outerShdw>
          </a:effectLst>
        </p:spPr>
        <p:style>
          <a:lnRef idx="0"/>
          <a:fillRef idx="0"/>
          <a:effectRef idx="0"/>
          <a:fontRef idx="minor"/>
        </p:style>
        <p:txBody>
          <a:bodyPr wrap="none" lIns="90000" rIns="90000" tIns="45000" bIns="45000" anchor="ctr">
            <a:noAutofit/>
          </a:bodyPr>
          <a:p>
            <a:endParaRPr b="0" lang="fr-FR" sz="1800" spc="-1" strike="noStrike">
              <a:solidFill>
                <a:srgbClr val="000000"/>
              </a:solidFill>
              <a:latin typeface="Arial"/>
            </a:endParaRPr>
          </a:p>
        </p:txBody>
      </p:sp>
      <p:sp>
        <p:nvSpPr>
          <p:cNvPr id="123" name=""/>
          <p:cNvSpPr/>
          <p:nvPr/>
        </p:nvSpPr>
        <p:spPr>
          <a:xfrm>
            <a:off x="270000" y="180000"/>
            <a:ext cx="9540000" cy="4860000"/>
          </a:xfrm>
          <a:prstGeom prst="rect">
            <a:avLst/>
          </a:prstGeom>
          <a:solidFill>
            <a:srgbClr val="ffffff"/>
          </a:solidFill>
          <a:ln w="0">
            <a:noFill/>
          </a:ln>
          <a:effectLst>
            <a:outerShdw dist="101823" dir="2700000" blurRad="38160" rotWithShape="0">
              <a:srgbClr val="808080"/>
            </a:outerShdw>
          </a:effectLst>
        </p:spPr>
        <p:style>
          <a:lnRef idx="0"/>
          <a:fillRef idx="0"/>
          <a:effectRef idx="0"/>
          <a:fontRef idx="minor"/>
        </p:style>
        <p:txBody>
          <a:bodyPr wrap="none" lIns="0" rIns="0" tIns="0" bIns="0" anchor="ctr">
            <a:noAutofit/>
          </a:bodyPr>
          <a:p>
            <a:endParaRPr b="0" lang="fr-FR" sz="1400" spc="-1" strike="noStrike">
              <a:solidFill>
                <a:srgbClr val="eeeeee"/>
              </a:solidFill>
              <a:latin typeface="Arial"/>
            </a:endParaRPr>
          </a:p>
        </p:txBody>
      </p:sp>
      <p:sp>
        <p:nvSpPr>
          <p:cNvPr id="124" name="rest2"/>
          <p:cNvSpPr/>
          <p:nvPr/>
        </p:nvSpPr>
        <p:spPr>
          <a:xfrm>
            <a:off x="7969320" y="162360"/>
            <a:ext cx="905400" cy="1143720"/>
          </a:xfrm>
          <a:prstGeom prst="rect">
            <a:avLst/>
          </a:prstGeom>
          <a:solidFill>
            <a:srgbClr val="81aca6"/>
          </a:solidFill>
          <a:ln w="18000">
            <a:noFill/>
          </a:ln>
        </p:spPr>
        <p:style>
          <a:lnRef idx="0"/>
          <a:fillRef idx="0"/>
          <a:effectRef idx="0"/>
          <a:fontRef idx="minor"/>
        </p:style>
        <p:txBody>
          <a:bodyPr wrap="none" lIns="90000" rIns="90000" tIns="45000" bIns="45000" anchor="ctr">
            <a:noAutofit/>
          </a:bodyPr>
          <a:p>
            <a:endParaRPr b="0" lang="fr-FR" sz="1800" spc="-1" strike="noStrike">
              <a:solidFill>
                <a:srgbClr val="000000"/>
              </a:solidFill>
              <a:latin typeface="Arial"/>
            </a:endParaRPr>
          </a:p>
        </p:txBody>
      </p:sp>
      <p:sp>
        <p:nvSpPr>
          <p:cNvPr id="125" name=""/>
          <p:cNvSpPr/>
          <p:nvPr/>
        </p:nvSpPr>
        <p:spPr>
          <a:xfrm>
            <a:off x="270000" y="471600"/>
            <a:ext cx="8931600" cy="630000"/>
          </a:xfrm>
          <a:prstGeom prst="rect">
            <a:avLst/>
          </a:prstGeom>
          <a:solidFill>
            <a:srgbClr val="b5e77d"/>
          </a:solidFill>
          <a:ln w="18000">
            <a:solidFill>
              <a:srgbClr val="91d93f"/>
            </a:solidFill>
            <a:round/>
          </a:ln>
          <a:effectLst>
            <a:outerShdw dist="17819" dir="2700000" blurRad="12600" rotWithShape="0">
              <a:srgbClr val="b2b2b2">
                <a:alpha val="43000"/>
              </a:srgbClr>
            </a:outerShdw>
          </a:effectLst>
        </p:spPr>
        <p:style>
          <a:lnRef idx="0"/>
          <a:fillRef idx="0"/>
          <a:effectRef idx="0"/>
          <a:fontRef idx="minor"/>
        </p:style>
        <p:txBody>
          <a:bodyPr wrap="none" lIns="90000" rIns="90000" tIns="45000" bIns="45000" anchor="ctr">
            <a:noAutofit/>
          </a:bodyPr>
          <a:p>
            <a:endParaRPr b="0" lang="fr-FR" sz="1800" spc="-1" strike="noStrike">
              <a:solidFill>
                <a:srgbClr val="000000"/>
              </a:solidFill>
              <a:latin typeface="Arial"/>
            </a:endParaRPr>
          </a:p>
        </p:txBody>
      </p:sp>
      <p:sp>
        <p:nvSpPr>
          <p:cNvPr id="126" name="PlaceHolder 1"/>
          <p:cNvSpPr>
            <a:spLocks noGrp="1"/>
          </p:cNvSpPr>
          <p:nvPr>
            <p:ph type="body"/>
          </p:nvPr>
        </p:nvSpPr>
        <p:spPr>
          <a:xfrm>
            <a:off x="540000" y="1350000"/>
            <a:ext cx="9000000" cy="3600000"/>
          </a:xfrm>
          <a:prstGeom prst="rect">
            <a:avLst/>
          </a:prstGeom>
          <a:noFill/>
          <a:ln w="0">
            <a:noFill/>
          </a:ln>
        </p:spPr>
        <p:txBody>
          <a:bodyPr lIns="0" rIns="0" tIns="0" bIns="0" anchor="t">
            <a:normAutofit/>
          </a:bodyPr>
          <a:p>
            <a:pPr marL="432000" indent="-324000">
              <a:spcAft>
                <a:spcPts val="1057"/>
              </a:spcAft>
              <a:buClr>
                <a:srgbClr val="91d93f"/>
              </a:buClr>
              <a:buSzPct val="45000"/>
              <a:buFont typeface="Wingdings" charset="2"/>
              <a:buChar char=""/>
            </a:pPr>
            <a:r>
              <a:rPr b="0" lang="fr-FR" sz="2000" spc="-1" strike="noStrike">
                <a:solidFill>
                  <a:srgbClr val="000000"/>
                </a:solidFill>
                <a:latin typeface="Arial"/>
              </a:rPr>
              <a:t>Cliquez pour éditer le format du plan de texte</a:t>
            </a:r>
            <a:endParaRPr b="0" lang="fr-FR" sz="2000" spc="-1" strike="noStrike">
              <a:solidFill>
                <a:srgbClr val="000000"/>
              </a:solidFill>
              <a:latin typeface="Arial"/>
            </a:endParaRPr>
          </a:p>
          <a:p>
            <a:pPr lvl="1" marL="864000" indent="-324000">
              <a:spcAft>
                <a:spcPts val="845"/>
              </a:spcAft>
              <a:buClr>
                <a:srgbClr val="91d93f"/>
              </a:buClr>
              <a:buSzPct val="75000"/>
              <a:buFont typeface="Symbol" charset="2"/>
              <a:buChar char=""/>
            </a:pPr>
            <a:r>
              <a:rPr b="0" lang="fr-FR" sz="2000" spc="-1" strike="noStrike">
                <a:solidFill>
                  <a:srgbClr val="000000"/>
                </a:solidFill>
                <a:latin typeface="Arial"/>
              </a:rPr>
              <a:t>Second niveau de plan</a:t>
            </a:r>
            <a:endParaRPr b="0" lang="fr-FR" sz="2000" spc="-1" strike="noStrike">
              <a:solidFill>
                <a:srgbClr val="000000"/>
              </a:solidFill>
              <a:latin typeface="Arial"/>
            </a:endParaRPr>
          </a:p>
          <a:p>
            <a:pPr lvl="2" marL="1296000" indent="-288000">
              <a:spcAft>
                <a:spcPts val="632"/>
              </a:spcAft>
              <a:buClr>
                <a:srgbClr val="91d93f"/>
              </a:buClr>
              <a:buSzPct val="45000"/>
              <a:buFont typeface="Wingdings 2" charset="2"/>
              <a:buChar char=""/>
            </a:pPr>
            <a:r>
              <a:rPr b="0" lang="fr-FR" sz="2000" spc="-1" strike="noStrike">
                <a:solidFill>
                  <a:srgbClr val="000000"/>
                </a:solidFill>
                <a:latin typeface="Arial"/>
              </a:rPr>
              <a:t>Troisième niveau de plan</a:t>
            </a:r>
            <a:endParaRPr b="0" lang="fr-FR" sz="2000" spc="-1" strike="noStrike">
              <a:solidFill>
                <a:srgbClr val="000000"/>
              </a:solidFill>
              <a:latin typeface="Arial"/>
            </a:endParaRPr>
          </a:p>
          <a:p>
            <a:pPr lvl="3" marL="1728000" indent="-216000">
              <a:spcAft>
                <a:spcPts val="420"/>
              </a:spcAft>
              <a:buClr>
                <a:srgbClr val="91d93f"/>
              </a:buClr>
              <a:buSzPct val="45000"/>
              <a:buFont typeface="Wingdings"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Aft>
                <a:spcPts val="207"/>
              </a:spcAft>
              <a:buClr>
                <a:srgbClr val="91d93f"/>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Aft>
                <a:spcPts val="207"/>
              </a:spcAft>
              <a:buClr>
                <a:srgbClr val="91d93f"/>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Aft>
                <a:spcPts val="207"/>
              </a:spcAft>
              <a:buClr>
                <a:srgbClr val="91d93f"/>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
        <p:nvSpPr>
          <p:cNvPr id="127" name="PlaceHolder 2"/>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buNone/>
            </a:pPr>
            <a:r>
              <a:rPr b="0" lang="fr-FR" sz="2700" spc="-1" strike="noStrike">
                <a:solidFill>
                  <a:srgbClr val="000000"/>
                </a:solidFill>
                <a:latin typeface="Arial"/>
              </a:rPr>
              <a:t>Cliquez pour éditer le format du texte-titre</a:t>
            </a:r>
            <a:endParaRPr b="0" lang="fr-FR" sz="2700" spc="-1" strike="noStrike">
              <a:solidFill>
                <a:srgbClr val="000000"/>
              </a:solidFill>
              <a:latin typeface="Arial"/>
            </a:endParaRPr>
          </a:p>
        </p:txBody>
      </p:sp>
      <p:sp>
        <p:nvSpPr>
          <p:cNvPr id="128" name="PlaceHolder 3"/>
          <p:cNvSpPr>
            <a:spLocks noGrp="1"/>
          </p:cNvSpPr>
          <p:nvPr>
            <p:ph type="dt" idx="28"/>
          </p:nvPr>
        </p:nvSpPr>
        <p:spPr>
          <a:xfrm>
            <a:off x="504000" y="5164920"/>
            <a:ext cx="2348280" cy="390960"/>
          </a:xfrm>
          <a:prstGeom prst="rect">
            <a:avLst/>
          </a:prstGeom>
          <a:noFill/>
          <a:ln w="0">
            <a:noFill/>
          </a:ln>
        </p:spPr>
        <p:txBody>
          <a:bodyPr lIns="0" rIns="0" tIns="0" bIns="0" anchor="t">
            <a:noAutofit/>
          </a:bodyPr>
          <a:lstStyle>
            <a:lvl1pPr indent="0">
              <a:buNone/>
              <a:defRPr b="0" lang="fr-FR" sz="1400" spc="-1" strike="noStrike">
                <a:solidFill>
                  <a:srgbClr val="eeeeee"/>
                </a:solidFill>
                <a:latin typeface="Arial"/>
              </a:defRPr>
            </a:lvl1pPr>
          </a:lstStyle>
          <a:p>
            <a:pPr indent="0">
              <a:buNone/>
            </a:pPr>
            <a:r>
              <a:rPr b="0" lang="fr-FR" sz="1400" spc="-1" strike="noStrike">
                <a:solidFill>
                  <a:srgbClr val="eeeeee"/>
                </a:solidFill>
                <a:latin typeface="Arial"/>
              </a:rPr>
              <a:t>&lt;date/heure&gt;</a:t>
            </a:r>
            <a:endParaRPr b="0" lang="fr-FR" sz="1400" spc="-1" strike="noStrike">
              <a:solidFill>
                <a:srgbClr val="eeeeee"/>
              </a:solidFill>
              <a:latin typeface="Arial"/>
            </a:endParaRPr>
          </a:p>
        </p:txBody>
      </p:sp>
      <p:sp>
        <p:nvSpPr>
          <p:cNvPr id="129" name="PlaceHolder 4"/>
          <p:cNvSpPr>
            <a:spLocks noGrp="1"/>
          </p:cNvSpPr>
          <p:nvPr>
            <p:ph type="ftr" idx="29"/>
          </p:nvPr>
        </p:nvSpPr>
        <p:spPr>
          <a:xfrm>
            <a:off x="3447360" y="5164920"/>
            <a:ext cx="3195000" cy="390960"/>
          </a:xfrm>
          <a:prstGeom prst="rect">
            <a:avLst/>
          </a:prstGeom>
          <a:noFill/>
          <a:ln w="0">
            <a:noFill/>
          </a:ln>
        </p:spPr>
        <p:txBody>
          <a:bodyPr lIns="0" rIns="0" tIns="0" bIns="0" anchor="t">
            <a:noAutofit/>
          </a:bodyPr>
          <a:lstStyle>
            <a:lvl1pPr indent="0" algn="ctr">
              <a:buNone/>
              <a:defRPr b="0" lang="fr-FR" sz="1400" spc="-1" strike="noStrike">
                <a:solidFill>
                  <a:srgbClr val="eeeeee"/>
                </a:solidFill>
                <a:latin typeface="Arial"/>
              </a:defRPr>
            </a:lvl1pPr>
          </a:lstStyle>
          <a:p>
            <a:pPr indent="0" algn="ctr">
              <a:buNone/>
            </a:pPr>
            <a:r>
              <a:rPr b="0" lang="fr-FR" sz="1400" spc="-1" strike="noStrike">
                <a:solidFill>
                  <a:srgbClr val="eeeeee"/>
                </a:solidFill>
                <a:latin typeface="Arial"/>
              </a:rPr>
              <a:t>&lt;pied de page&gt;</a:t>
            </a:r>
            <a:endParaRPr b="0" lang="fr-FR" sz="1400" spc="-1" strike="noStrike">
              <a:solidFill>
                <a:srgbClr val="eeeeee"/>
              </a:solidFill>
              <a:latin typeface="Arial"/>
            </a:endParaRPr>
          </a:p>
        </p:txBody>
      </p:sp>
      <p:sp>
        <p:nvSpPr>
          <p:cNvPr id="130" name="PlaceHolder 5"/>
          <p:cNvSpPr>
            <a:spLocks noGrp="1"/>
          </p:cNvSpPr>
          <p:nvPr>
            <p:ph type="sldNum" idx="30"/>
          </p:nvPr>
        </p:nvSpPr>
        <p:spPr>
          <a:xfrm>
            <a:off x="7227000" y="5164920"/>
            <a:ext cx="2348280" cy="390960"/>
          </a:xfrm>
          <a:prstGeom prst="rect">
            <a:avLst/>
          </a:prstGeom>
          <a:noFill/>
          <a:ln w="0">
            <a:noFill/>
          </a:ln>
        </p:spPr>
        <p:txBody>
          <a:bodyPr lIns="0" rIns="0" tIns="0" bIns="0" anchor="t">
            <a:noAutofit/>
          </a:bodyPr>
          <a:lstStyle>
            <a:lvl1pPr indent="0" algn="r">
              <a:buNone/>
              <a:defRPr b="0" lang="fr-FR" sz="1400" spc="-1" strike="noStrike">
                <a:solidFill>
                  <a:srgbClr val="eeeeee"/>
                </a:solidFill>
                <a:latin typeface="Arial"/>
              </a:defRPr>
            </a:lvl1pPr>
          </a:lstStyle>
          <a:p>
            <a:pPr indent="0" algn="r">
              <a:buNone/>
            </a:pPr>
            <a:fld id="{CF6E40F4-5C0A-44D4-9082-D37B5C7B3352}" type="slidenum">
              <a:rPr b="0" lang="fr-FR" sz="1400" spc="-1" strike="noStrike">
                <a:solidFill>
                  <a:srgbClr val="eeeeee"/>
                </a:solidFill>
                <a:latin typeface="Arial"/>
              </a:rPr>
              <a:t>&lt;numéro&gt;</a:t>
            </a:fld>
            <a:endParaRPr b="0" lang="fr-FR" sz="1400" spc="-1" strike="noStrike">
              <a:solidFill>
                <a:srgbClr val="eeeeee"/>
              </a:solidFill>
              <a:latin typeface="Arial"/>
            </a:endParaRPr>
          </a:p>
        </p:txBody>
      </p:sp>
      <p:sp>
        <p:nvSpPr>
          <p:cNvPr id="131" name=""/>
          <p:cNvSpPr/>
          <p:nvPr/>
        </p:nvSpPr>
        <p:spPr>
          <a:xfrm>
            <a:off x="111600" y="471600"/>
            <a:ext cx="248400" cy="630000"/>
          </a:xfrm>
          <a:prstGeom prst="rect">
            <a:avLst/>
          </a:prstGeom>
          <a:solidFill>
            <a:srgbClr val="b5e77d"/>
          </a:solidFill>
          <a:ln w="18000">
            <a:noFill/>
          </a:ln>
        </p:spPr>
        <p:style>
          <a:lnRef idx="0"/>
          <a:fillRef idx="0"/>
          <a:effectRef idx="0"/>
          <a:fontRef idx="minor"/>
        </p:style>
        <p:txBody>
          <a:bodyPr wrap="none" lIns="90000" rIns="90000" tIns="45000" bIns="45000" anchor="ctr">
            <a:noAutofit/>
          </a:bodyPr>
          <a:p>
            <a:endParaRPr b="0" lang="fr-FR" sz="1800" spc="-1" strike="noStrike">
              <a:solidFill>
                <a:srgbClr val="000000"/>
              </a:solidFill>
              <a:latin typeface="Arial"/>
            </a:endParaRPr>
          </a:p>
        </p:txBody>
      </p:sp>
      <p:sp>
        <p:nvSpPr>
          <p:cNvPr id="132" name="rect1"/>
          <p:cNvSpPr/>
          <p:nvPr/>
        </p:nvSpPr>
        <p:spPr>
          <a:xfrm>
            <a:off x="7969320" y="100800"/>
            <a:ext cx="904680" cy="79200"/>
          </a:xfrm>
          <a:prstGeom prst="rect">
            <a:avLst/>
          </a:prstGeom>
          <a:solidFill>
            <a:srgbClr val="81aca6"/>
          </a:solidFill>
          <a:ln w="18000">
            <a:noFill/>
          </a:ln>
        </p:spPr>
        <p:style>
          <a:lnRef idx="0"/>
          <a:fillRef idx="0"/>
          <a:effectRef idx="0"/>
          <a:fontRef idx="minor"/>
        </p:style>
        <p:txBody>
          <a:bodyPr wrap="none" lIns="90000" rIns="90000" tIns="34200" bIns="34200" anchor="ctr">
            <a:noAutofit/>
          </a:bodyPr>
          <a:p>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 id="2147483674"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
          <p:cNvSpPr/>
          <p:nvPr/>
        </p:nvSpPr>
        <p:spPr>
          <a:xfrm>
            <a:off x="360" y="36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36" name=""/>
          <p:cNvSpPr/>
          <p:nvPr/>
        </p:nvSpPr>
        <p:spPr>
          <a:xfrm flipH="1">
            <a:off x="-2880" y="0"/>
            <a:ext cx="10080360" cy="5670360"/>
          </a:xfrm>
          <a:prstGeom prst="rect">
            <a:avLst/>
          </a:prstGeom>
          <a:gradFill rotWithShape="0">
            <a:gsLst>
              <a:gs pos="0">
                <a:srgbClr val="ffffff">
                  <a:alpha val="90196"/>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37" name=""/>
          <p:cNvSpPr txBox="1"/>
          <p:nvPr/>
        </p:nvSpPr>
        <p:spPr>
          <a:xfrm>
            <a:off x="180360" y="5130360"/>
            <a:ext cx="2340000" cy="392400"/>
          </a:xfrm>
          <a:prstGeom prst="rect">
            <a:avLst/>
          </a:prstGeom>
          <a:noFill/>
          <a:ln w="0">
            <a:noFill/>
          </a:ln>
        </p:spPr>
        <p:txBody>
          <a:bodyPr lIns="0" rIns="0" tIns="0" bIns="0" anchor="b">
            <a:noAutofit/>
          </a:bodyPr>
          <a:p>
            <a:r>
              <a:rPr b="0" lang="fr-FR" sz="1400" spc="-1" strike="noStrike">
                <a:solidFill>
                  <a:srgbClr val="ffffff"/>
                </a:solidFill>
                <a:latin typeface="Arial"/>
              </a:rPr>
              <a:t>&lt;date/heure&gt;</a:t>
            </a:r>
            <a:endParaRPr b="0" lang="fr-FR" sz="1400" spc="-1" strike="noStrike">
              <a:solidFill>
                <a:srgbClr val="ffffff"/>
              </a:solidFill>
              <a:latin typeface="Arial"/>
            </a:endParaRPr>
          </a:p>
        </p:txBody>
      </p:sp>
      <p:sp>
        <p:nvSpPr>
          <p:cNvPr id="138" name=""/>
          <p:cNvSpPr txBox="1"/>
          <p:nvPr/>
        </p:nvSpPr>
        <p:spPr>
          <a:xfrm>
            <a:off x="7560360" y="5130360"/>
            <a:ext cx="2340000" cy="392400"/>
          </a:xfrm>
          <a:prstGeom prst="rect">
            <a:avLst/>
          </a:prstGeom>
          <a:noFill/>
          <a:ln w="0">
            <a:noFill/>
          </a:ln>
        </p:spPr>
        <p:txBody>
          <a:bodyPr lIns="0" rIns="0" tIns="0" bIns="0" anchor="b">
            <a:noAutofit/>
          </a:bodyPr>
          <a:p>
            <a:pPr algn="r"/>
            <a:fld id="{A48175BA-AC69-43E0-A60E-DF26F3697C99}" type="slidenum">
              <a:rPr b="0" lang="fr-FR" sz="1400" spc="-1" strike="noStrike">
                <a:solidFill>
                  <a:srgbClr val="ffffff"/>
                </a:solidFill>
                <a:latin typeface="Arial"/>
              </a:rPr>
              <a:t>&lt;numéro&gt;</a:t>
            </a:fld>
            <a:endParaRPr b="0" lang="fr-FR" sz="1400" spc="-1" strike="noStrike">
              <a:solidFill>
                <a:srgbClr val="ffffff"/>
              </a:solidFill>
              <a:latin typeface="Arial"/>
            </a:endParaRPr>
          </a:p>
        </p:txBody>
      </p:sp>
      <p:sp>
        <p:nvSpPr>
          <p:cNvPr id="139" name=""/>
          <p:cNvSpPr/>
          <p:nvPr/>
        </p:nvSpPr>
        <p:spPr>
          <a:xfrm>
            <a:off x="1440360" y="108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0" name=""/>
          <p:cNvSpPr/>
          <p:nvPr/>
        </p:nvSpPr>
        <p:spPr>
          <a:xfrm>
            <a:off x="7380360" y="396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1" name=""/>
          <p:cNvSpPr/>
          <p:nvPr/>
        </p:nvSpPr>
        <p:spPr>
          <a:xfrm>
            <a:off x="9000360" y="270036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2" name=""/>
          <p:cNvSpPr/>
          <p:nvPr/>
        </p:nvSpPr>
        <p:spPr>
          <a:xfrm>
            <a:off x="-179640" y="243036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3" name=""/>
          <p:cNvSpPr/>
          <p:nvPr/>
        </p:nvSpPr>
        <p:spPr>
          <a:xfrm>
            <a:off x="540360" y="108036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4" name=""/>
          <p:cNvSpPr/>
          <p:nvPr/>
        </p:nvSpPr>
        <p:spPr>
          <a:xfrm>
            <a:off x="360" y="126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5" name=""/>
          <p:cNvSpPr/>
          <p:nvPr/>
        </p:nvSpPr>
        <p:spPr>
          <a:xfrm>
            <a:off x="360" y="522036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6" name=""/>
          <p:cNvSpPr/>
          <p:nvPr/>
        </p:nvSpPr>
        <p:spPr>
          <a:xfrm>
            <a:off x="9720360" y="468036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7" name=""/>
          <p:cNvSpPr/>
          <p:nvPr/>
        </p:nvSpPr>
        <p:spPr>
          <a:xfrm>
            <a:off x="9540360" y="342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8" name=""/>
          <p:cNvSpPr/>
          <p:nvPr/>
        </p:nvSpPr>
        <p:spPr>
          <a:xfrm>
            <a:off x="8100360" y="468036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49" name=""/>
          <p:cNvSpPr/>
          <p:nvPr/>
        </p:nvSpPr>
        <p:spPr>
          <a:xfrm>
            <a:off x="7920360" y="5400360"/>
            <a:ext cx="900000" cy="90000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fr-FR" sz="2400" spc="-1" strike="noStrike">
              <a:solidFill>
                <a:srgbClr val="ffffff"/>
              </a:solidFill>
              <a:latin typeface="Arial"/>
            </a:endParaRPr>
          </a:p>
        </p:txBody>
      </p:sp>
      <p:sp>
        <p:nvSpPr>
          <p:cNvPr id="150"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fr-FR" sz="3300" spc="-1" strike="noStrike">
                <a:solidFill>
                  <a:srgbClr val="ffffff"/>
                </a:solidFill>
                <a:latin typeface="Arial"/>
              </a:rPr>
              <a:t>Cliquez pour éditer le format du texte-titre</a:t>
            </a:r>
            <a:endParaRPr b="0" lang="fr-FR" sz="3300" spc="-1" strike="noStrike">
              <a:solidFill>
                <a:srgbClr val="ffffff"/>
              </a:solidFill>
              <a:latin typeface="Arial"/>
            </a:endParaRPr>
          </a:p>
        </p:txBody>
      </p:sp>
      <p:sp>
        <p:nvSpPr>
          <p:cNvPr id="151" name="PlaceHolder 2"/>
          <p:cNvSpPr>
            <a:spLocks noGrp="1"/>
          </p:cNvSpPr>
          <p:nvPr>
            <p:ph type="body"/>
          </p:nvPr>
        </p:nvSpPr>
        <p:spPr>
          <a:xfrm>
            <a:off x="540000" y="1440000"/>
            <a:ext cx="9000000" cy="3600000"/>
          </a:xfrm>
          <a:prstGeom prst="rect">
            <a:avLst/>
          </a:prstGeom>
          <a:solidFill>
            <a:srgbClr val="ffffff">
              <a:alpha val="50000"/>
            </a:srgbClr>
          </a:solidFill>
          <a:ln w="0">
            <a:noFill/>
          </a:ln>
        </p:spPr>
        <p:txBody>
          <a:bodyPr lIns="0" rIns="0" tIns="0" bIns="0" anchor="t">
            <a:normAutofit/>
          </a:bodyPr>
          <a:p>
            <a:pPr marL="432000" indent="-324000">
              <a:spcAft>
                <a:spcPts val="1057"/>
              </a:spcAft>
              <a:buClr>
                <a:srgbClr val="000000"/>
              </a:buClr>
              <a:buSzPct val="45000"/>
              <a:buFont typeface="Wingdings" charset="2"/>
              <a:buChar char=""/>
            </a:pPr>
            <a:r>
              <a:rPr b="0" lang="fr-FR" sz="2400" spc="-1" strike="noStrike">
                <a:solidFill>
                  <a:srgbClr val="000000"/>
                </a:solidFill>
                <a:latin typeface="Arial"/>
              </a:rPr>
              <a:t>Cliquez pour éditer le format du plan de texte</a:t>
            </a:r>
            <a:endParaRPr b="0" lang="fr-FR" sz="2400" spc="-1" strike="noStrike">
              <a:solidFill>
                <a:srgbClr val="000000"/>
              </a:solidFill>
              <a:latin typeface="Arial"/>
            </a:endParaRPr>
          </a:p>
          <a:p>
            <a:pPr lvl="1" marL="864000" indent="-324000">
              <a:spcAft>
                <a:spcPts val="845"/>
              </a:spcAft>
              <a:buClr>
                <a:srgbClr val="000000"/>
              </a:buClr>
              <a:buSzPct val="75000"/>
              <a:buFont typeface="Symbol" charset="2"/>
              <a:buChar char=""/>
            </a:pPr>
            <a:r>
              <a:rPr b="0" lang="fr-FR" sz="2100" spc="-1" strike="noStrike">
                <a:solidFill>
                  <a:srgbClr val="000000"/>
                </a:solidFill>
                <a:latin typeface="Arial"/>
              </a:rPr>
              <a:t>Second niveau de plan</a:t>
            </a:r>
            <a:endParaRPr b="0" lang="fr-FR" sz="2100" spc="-1" strike="noStrike">
              <a:solidFill>
                <a:srgbClr val="000000"/>
              </a:solidFill>
              <a:latin typeface="Arial"/>
            </a:endParaRPr>
          </a:p>
          <a:p>
            <a:pPr lvl="2" marL="1296000" indent="-288000">
              <a:spcAft>
                <a:spcPts val="632"/>
              </a:spcAft>
              <a:buClr>
                <a:srgbClr val="000000"/>
              </a:buClr>
              <a:buSzPct val="45000"/>
              <a:buFont typeface="Wingdings" charset="2"/>
              <a:buChar char=""/>
            </a:pPr>
            <a:r>
              <a:rPr b="0" lang="fr-FR" sz="1800" spc="-1" strike="noStrike">
                <a:solidFill>
                  <a:srgbClr val="000000"/>
                </a:solidFill>
                <a:latin typeface="Arial"/>
              </a:rPr>
              <a:t>Troisième niveau de plan</a:t>
            </a:r>
            <a:endParaRPr b="0" lang="fr-FR" sz="1800" spc="-1" strike="noStrike">
              <a:solidFill>
                <a:srgbClr val="000000"/>
              </a:solidFill>
              <a:latin typeface="Arial"/>
            </a:endParaRPr>
          </a:p>
          <a:p>
            <a:pPr lvl="3" marL="1728000" indent="-216000">
              <a:spcAft>
                <a:spcPts val="425"/>
              </a:spcAft>
              <a:buClr>
                <a:srgbClr val="000000"/>
              </a:buClr>
              <a:buSzPct val="75000"/>
              <a:buFont typeface="Symbol" charset="2"/>
              <a:buChar char=""/>
            </a:pPr>
            <a:r>
              <a:rPr b="0" lang="fr-FR" sz="1500" spc="-1" strike="noStrike">
                <a:solidFill>
                  <a:srgbClr val="000000"/>
                </a:solidFill>
                <a:latin typeface="Arial"/>
              </a:rPr>
              <a:t>Quatrième niveau de plan</a:t>
            </a:r>
            <a:endParaRPr b="0" lang="fr-FR" sz="1500" spc="-1" strike="noStrike">
              <a:solidFill>
                <a:srgbClr val="000000"/>
              </a:solidFill>
              <a:latin typeface="Arial"/>
            </a:endParaRPr>
          </a:p>
          <a:p>
            <a:pPr lvl="4" marL="2160000" indent="-216000">
              <a:spcAft>
                <a:spcPts val="213"/>
              </a:spcAft>
              <a:buClr>
                <a:srgbClr val="000000"/>
              </a:buClr>
              <a:buSzPct val="45000"/>
              <a:buFont typeface="Wingdings" charset="2"/>
              <a:buChar char=""/>
            </a:pPr>
            <a:r>
              <a:rPr b="0" lang="fr-FR" sz="1500" spc="-1" strike="noStrike">
                <a:solidFill>
                  <a:srgbClr val="000000"/>
                </a:solidFill>
                <a:latin typeface="Arial"/>
              </a:rPr>
              <a:t>Cinquième niveau de plan</a:t>
            </a:r>
            <a:endParaRPr b="0" lang="fr-FR" sz="1500" spc="-1" strike="noStrike">
              <a:solidFill>
                <a:srgbClr val="000000"/>
              </a:solidFill>
              <a:latin typeface="Arial"/>
            </a:endParaRPr>
          </a:p>
          <a:p>
            <a:pPr lvl="5" marL="2592000" indent="-216000">
              <a:spcAft>
                <a:spcPts val="213"/>
              </a:spcAft>
              <a:buClr>
                <a:srgbClr val="000000"/>
              </a:buClr>
              <a:buSzPct val="45000"/>
              <a:buFont typeface="Wingdings" charset="2"/>
              <a:buChar char=""/>
            </a:pPr>
            <a:r>
              <a:rPr b="0" lang="fr-FR" sz="1500" spc="-1" strike="noStrike">
                <a:solidFill>
                  <a:srgbClr val="000000"/>
                </a:solidFill>
                <a:latin typeface="Arial"/>
              </a:rPr>
              <a:t>Sixième niveau de plan</a:t>
            </a:r>
            <a:endParaRPr b="0" lang="fr-FR" sz="1500" spc="-1" strike="noStrike">
              <a:solidFill>
                <a:srgbClr val="000000"/>
              </a:solidFill>
              <a:latin typeface="Arial"/>
            </a:endParaRPr>
          </a:p>
          <a:p>
            <a:pPr lvl="6" marL="3024000" indent="-216000">
              <a:spcAft>
                <a:spcPts val="213"/>
              </a:spcAft>
              <a:buClr>
                <a:srgbClr val="000000"/>
              </a:buClr>
              <a:buSzPct val="45000"/>
              <a:buFont typeface="Wingdings" charset="2"/>
              <a:buChar char=""/>
            </a:pPr>
            <a:r>
              <a:rPr b="0" lang="fr-FR" sz="1500" spc="-1" strike="noStrike">
                <a:solidFill>
                  <a:srgbClr val="000000"/>
                </a:solidFill>
                <a:latin typeface="Arial"/>
              </a:rPr>
              <a:t>Septième niveau de plan</a:t>
            </a:r>
            <a:endParaRPr b="0" lang="fr-FR" sz="1500" spc="-1" strike="noStrike">
              <a:solidFill>
                <a:srgbClr val="000000"/>
              </a:solidFill>
              <a:latin typeface="Arial"/>
            </a:endParaRPr>
          </a:p>
        </p:txBody>
      </p:sp>
      <p:sp>
        <p:nvSpPr>
          <p:cNvPr id="152" name="PlaceHolder 3"/>
          <p:cNvSpPr>
            <a:spLocks noGrp="1"/>
          </p:cNvSpPr>
          <p:nvPr>
            <p:ph type="dt" idx="31"/>
          </p:nvPr>
        </p:nvSpPr>
        <p:spPr>
          <a:xfrm>
            <a:off x="180000" y="5130000"/>
            <a:ext cx="2340000" cy="392400"/>
          </a:xfrm>
          <a:prstGeom prst="rect">
            <a:avLst/>
          </a:prstGeom>
          <a:noFill/>
          <a:ln w="0">
            <a:noFill/>
          </a:ln>
        </p:spPr>
        <p:txBody>
          <a:bodyPr lIns="0" rIns="0" tIns="0" bIns="0" anchor="b">
            <a:noAutofit/>
          </a:bodyPr>
          <a:lstStyle>
            <a:lvl1pPr indent="0">
              <a:buNone/>
              <a:defRPr b="0" lang="fr-FR" sz="1400" spc="-1" strike="noStrike">
                <a:solidFill>
                  <a:srgbClr val="ffffff"/>
                </a:solidFill>
                <a:latin typeface="Arial"/>
              </a:defRPr>
            </a:lvl1pPr>
          </a:lstStyle>
          <a:p>
            <a:pPr indent="0">
              <a:buNone/>
            </a:pPr>
            <a:r>
              <a:rPr b="0" lang="fr-FR" sz="1400" spc="-1" strike="noStrike">
                <a:solidFill>
                  <a:srgbClr val="ffffff"/>
                </a:solidFill>
                <a:latin typeface="Arial"/>
              </a:rPr>
              <a:t>&lt;date/heure&gt;</a:t>
            </a:r>
            <a:endParaRPr b="0" lang="fr-FR" sz="1400" spc="-1" strike="noStrike">
              <a:solidFill>
                <a:srgbClr val="ffffff"/>
              </a:solidFill>
              <a:latin typeface="Arial"/>
            </a:endParaRPr>
          </a:p>
        </p:txBody>
      </p:sp>
      <p:sp>
        <p:nvSpPr>
          <p:cNvPr id="153" name="PlaceHolder 4"/>
          <p:cNvSpPr>
            <a:spLocks noGrp="1"/>
          </p:cNvSpPr>
          <p:nvPr>
            <p:ph type="ftr" idx="32"/>
          </p:nvPr>
        </p:nvSpPr>
        <p:spPr>
          <a:xfrm>
            <a:off x="3420000" y="5130000"/>
            <a:ext cx="3240000" cy="392400"/>
          </a:xfrm>
          <a:prstGeom prst="rect">
            <a:avLst/>
          </a:prstGeom>
          <a:noFill/>
          <a:ln w="0">
            <a:noFill/>
          </a:ln>
        </p:spPr>
        <p:txBody>
          <a:bodyPr lIns="0" rIns="0" tIns="0" bIns="0" anchor="b">
            <a:noAutofit/>
          </a:bodyPr>
          <a:lstStyle>
            <a:lvl1pPr indent="0" algn="ctr">
              <a:buNone/>
              <a:defRPr b="0" lang="fr-FR" sz="1400" spc="-1" strike="noStrike">
                <a:solidFill>
                  <a:srgbClr val="ffffff"/>
                </a:solidFill>
                <a:latin typeface="Arial"/>
              </a:defRPr>
            </a:lvl1pPr>
          </a:lstStyle>
          <a:p>
            <a:pPr indent="0" algn="ctr">
              <a:buNone/>
            </a:pPr>
            <a:r>
              <a:rPr b="0" lang="fr-FR" sz="1400" spc="-1" strike="noStrike">
                <a:solidFill>
                  <a:srgbClr val="ffffff"/>
                </a:solidFill>
                <a:latin typeface="Arial"/>
              </a:rPr>
              <a:t>&lt;pied de page&gt;</a:t>
            </a:r>
            <a:endParaRPr b="0" lang="fr-FR" sz="1400" spc="-1" strike="noStrike">
              <a:solidFill>
                <a:srgbClr val="ffffff"/>
              </a:solidFill>
              <a:latin typeface="Arial"/>
            </a:endParaRPr>
          </a:p>
        </p:txBody>
      </p:sp>
      <p:sp>
        <p:nvSpPr>
          <p:cNvPr id="154" name="PlaceHolder 5"/>
          <p:cNvSpPr>
            <a:spLocks noGrp="1"/>
          </p:cNvSpPr>
          <p:nvPr>
            <p:ph type="sldNum" idx="33"/>
          </p:nvPr>
        </p:nvSpPr>
        <p:spPr>
          <a:xfrm>
            <a:off x="7560000" y="5130000"/>
            <a:ext cx="2340000" cy="392400"/>
          </a:xfrm>
          <a:prstGeom prst="rect">
            <a:avLst/>
          </a:prstGeom>
          <a:noFill/>
          <a:ln w="0">
            <a:noFill/>
          </a:ln>
        </p:spPr>
        <p:txBody>
          <a:bodyPr lIns="0" rIns="0" tIns="0" bIns="0" anchor="b">
            <a:noAutofit/>
          </a:bodyPr>
          <a:lstStyle>
            <a:lvl1pPr indent="0" algn="r">
              <a:buNone/>
              <a:defRPr b="0" lang="fr-FR" sz="1400" spc="-1" strike="noStrike">
                <a:solidFill>
                  <a:srgbClr val="ffffff"/>
                </a:solidFill>
                <a:latin typeface="Arial"/>
              </a:defRPr>
            </a:lvl1pPr>
          </a:lstStyle>
          <a:p>
            <a:pPr indent="0" algn="r">
              <a:buNone/>
            </a:pPr>
            <a:fld id="{7E4CBDF9-BD5C-4AC1-9B5B-057A3BBCBBDD}" type="slidenum">
              <a:rPr b="0" lang="fr-FR" sz="1400" spc="-1" strike="noStrike">
                <a:solidFill>
                  <a:srgbClr val="ffffff"/>
                </a:solidFill>
                <a:latin typeface="Arial"/>
              </a:rPr>
              <a:t>&lt;numéro&gt;</a:t>
            </a:fld>
            <a:endParaRPr b="0" lang="fr-FR"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76" r:id="rId2"/>
    <p:sldLayoutId id="2147483677"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
          <p:cNvSpPr/>
          <p:nvPr/>
        </p:nvSpPr>
        <p:spPr>
          <a:xfrm flipV="1">
            <a:off x="0" y="0"/>
            <a:ext cx="10080000" cy="180000"/>
          </a:xfrm>
          <a:prstGeom prst="rect">
            <a:avLst/>
          </a:prstGeom>
          <a:gradFill rotWithShape="0">
            <a:gsLst>
              <a:gs pos="0">
                <a:srgbClr val="6fc8fa"/>
              </a:gs>
              <a:gs pos="1563">
                <a:srgbClr val="6fc8fa"/>
              </a:gs>
              <a:gs pos="1563">
                <a:srgbClr val="6ec7f9"/>
              </a:gs>
              <a:gs pos="3125">
                <a:srgbClr val="6ec7f9"/>
              </a:gs>
              <a:gs pos="3125">
                <a:srgbClr val="6dc7f9"/>
              </a:gs>
              <a:gs pos="4688">
                <a:srgbClr val="6dc7f9"/>
              </a:gs>
              <a:gs pos="4688">
                <a:srgbClr val="6cc6f8"/>
              </a:gs>
              <a:gs pos="6250">
                <a:srgbClr val="6cc6f8"/>
              </a:gs>
              <a:gs pos="6250">
                <a:srgbClr val="6cc5f8"/>
              </a:gs>
              <a:gs pos="7813">
                <a:srgbClr val="6cc5f8"/>
              </a:gs>
              <a:gs pos="7813">
                <a:srgbClr val="6bc5f7"/>
              </a:gs>
              <a:gs pos="9375">
                <a:srgbClr val="6bc5f7"/>
              </a:gs>
              <a:gs pos="9375">
                <a:srgbClr val="6ac4f7"/>
              </a:gs>
              <a:gs pos="10938">
                <a:srgbClr val="6ac4f7"/>
              </a:gs>
              <a:gs pos="10938">
                <a:srgbClr val="69c3f6"/>
              </a:gs>
              <a:gs pos="12500">
                <a:srgbClr val="69c3f6"/>
              </a:gs>
              <a:gs pos="12500">
                <a:srgbClr val="68c3f6"/>
              </a:gs>
              <a:gs pos="14063">
                <a:srgbClr val="68c3f6"/>
              </a:gs>
              <a:gs pos="14063">
                <a:srgbClr val="67c2f5"/>
              </a:gs>
              <a:gs pos="15625">
                <a:srgbClr val="67c2f5"/>
              </a:gs>
              <a:gs pos="15625">
                <a:srgbClr val="66c1f4"/>
              </a:gs>
              <a:gs pos="17188">
                <a:srgbClr val="66c1f4"/>
              </a:gs>
              <a:gs pos="17188">
                <a:srgbClr val="66c1f4"/>
              </a:gs>
              <a:gs pos="18750">
                <a:srgbClr val="66c1f4"/>
              </a:gs>
              <a:gs pos="18750">
                <a:srgbClr val="65c0f3"/>
              </a:gs>
              <a:gs pos="20313">
                <a:srgbClr val="65c0f3"/>
              </a:gs>
              <a:gs pos="20313">
                <a:srgbClr val="64bff3"/>
              </a:gs>
              <a:gs pos="21875">
                <a:srgbClr val="64bff3"/>
              </a:gs>
              <a:gs pos="21875">
                <a:srgbClr val="63bff2"/>
              </a:gs>
              <a:gs pos="23438">
                <a:srgbClr val="63bff2"/>
              </a:gs>
              <a:gs pos="23438">
                <a:srgbClr val="62bef2"/>
              </a:gs>
              <a:gs pos="25000">
                <a:srgbClr val="62bef2"/>
              </a:gs>
              <a:gs pos="25000">
                <a:srgbClr val="61bdf1"/>
              </a:gs>
              <a:gs pos="26563">
                <a:srgbClr val="61bdf1"/>
              </a:gs>
              <a:gs pos="26563">
                <a:srgbClr val="60bdf1"/>
              </a:gs>
              <a:gs pos="28125">
                <a:srgbClr val="60bdf1"/>
              </a:gs>
              <a:gs pos="28125">
                <a:srgbClr val="60bcf0"/>
              </a:gs>
              <a:gs pos="29688">
                <a:srgbClr val="60bcf0"/>
              </a:gs>
              <a:gs pos="29688">
                <a:srgbClr val="5fbbef"/>
              </a:gs>
              <a:gs pos="31250">
                <a:srgbClr val="5fbbef"/>
              </a:gs>
              <a:gs pos="31250">
                <a:srgbClr val="5ebbef"/>
              </a:gs>
              <a:gs pos="32813">
                <a:srgbClr val="5ebbef"/>
              </a:gs>
              <a:gs pos="32813">
                <a:srgbClr val="5dbaee"/>
              </a:gs>
              <a:gs pos="34375">
                <a:srgbClr val="5dbaee"/>
              </a:gs>
              <a:gs pos="34375">
                <a:srgbClr val="5cb9ee"/>
              </a:gs>
              <a:gs pos="35938">
                <a:srgbClr val="5cb9ee"/>
              </a:gs>
              <a:gs pos="35938">
                <a:srgbClr val="5bb9ed"/>
              </a:gs>
              <a:gs pos="37500">
                <a:srgbClr val="5bb9ed"/>
              </a:gs>
              <a:gs pos="37500">
                <a:srgbClr val="5ab8ed"/>
              </a:gs>
              <a:gs pos="39063">
                <a:srgbClr val="5ab8ed"/>
              </a:gs>
              <a:gs pos="39063">
                <a:srgbClr val="5ab7ec"/>
              </a:gs>
              <a:gs pos="40625">
                <a:srgbClr val="5ab7ec"/>
              </a:gs>
              <a:gs pos="40625">
                <a:srgbClr val="59b7ec"/>
              </a:gs>
              <a:gs pos="42188">
                <a:srgbClr val="59b7ec"/>
              </a:gs>
              <a:gs pos="42188">
                <a:srgbClr val="58b6eb"/>
              </a:gs>
              <a:gs pos="43750">
                <a:srgbClr val="58b6eb"/>
              </a:gs>
              <a:gs pos="43750">
                <a:srgbClr val="57b5ea"/>
              </a:gs>
              <a:gs pos="45313">
                <a:srgbClr val="57b5ea"/>
              </a:gs>
              <a:gs pos="45313">
                <a:srgbClr val="56b5ea"/>
              </a:gs>
              <a:gs pos="46875">
                <a:srgbClr val="56b5ea"/>
              </a:gs>
              <a:gs pos="46875">
                <a:srgbClr val="55b4e9"/>
              </a:gs>
              <a:gs pos="48438">
                <a:srgbClr val="55b4e9"/>
              </a:gs>
              <a:gs pos="48438">
                <a:srgbClr val="54b3e9"/>
              </a:gs>
              <a:gs pos="50000">
                <a:srgbClr val="54b3e9"/>
              </a:gs>
              <a:gs pos="50000">
                <a:srgbClr val="54b3e8"/>
              </a:gs>
              <a:gs pos="51563">
                <a:srgbClr val="54b3e8"/>
              </a:gs>
              <a:gs pos="51563">
                <a:srgbClr val="53b2e8"/>
              </a:gs>
              <a:gs pos="53125">
                <a:srgbClr val="53b2e8"/>
              </a:gs>
              <a:gs pos="53125">
                <a:srgbClr val="52b1e7"/>
              </a:gs>
              <a:gs pos="54688">
                <a:srgbClr val="52b1e7"/>
              </a:gs>
              <a:gs pos="54688">
                <a:srgbClr val="51b1e7"/>
              </a:gs>
              <a:gs pos="56250">
                <a:srgbClr val="51b1e7"/>
              </a:gs>
              <a:gs pos="56250">
                <a:srgbClr val="50b0e6"/>
              </a:gs>
              <a:gs pos="57813">
                <a:srgbClr val="50b0e6"/>
              </a:gs>
              <a:gs pos="57813">
                <a:srgbClr val="4fafe5"/>
              </a:gs>
              <a:gs pos="59375">
                <a:srgbClr val="4fafe5"/>
              </a:gs>
              <a:gs pos="59375">
                <a:srgbClr val="4eafe5"/>
              </a:gs>
              <a:gs pos="60938">
                <a:srgbClr val="4eafe5"/>
              </a:gs>
              <a:gs pos="60938">
                <a:srgbClr val="4eaee4"/>
              </a:gs>
              <a:gs pos="62500">
                <a:srgbClr val="4eaee4"/>
              </a:gs>
              <a:gs pos="62500">
                <a:srgbClr val="4dade4"/>
              </a:gs>
              <a:gs pos="64063">
                <a:srgbClr val="4dade4"/>
              </a:gs>
              <a:gs pos="64063">
                <a:srgbClr val="4cade3"/>
              </a:gs>
              <a:gs pos="65625">
                <a:srgbClr val="4cade3"/>
              </a:gs>
              <a:gs pos="65625">
                <a:srgbClr val="4bace3"/>
              </a:gs>
              <a:gs pos="67188">
                <a:srgbClr val="4bace3"/>
              </a:gs>
              <a:gs pos="67188">
                <a:srgbClr val="4aabe2"/>
              </a:gs>
              <a:gs pos="68750">
                <a:srgbClr val="4aabe2"/>
              </a:gs>
              <a:gs pos="68750">
                <a:srgbClr val="49abe2"/>
              </a:gs>
              <a:gs pos="70313">
                <a:srgbClr val="49abe2"/>
              </a:gs>
              <a:gs pos="70313">
                <a:srgbClr val="48aae1"/>
              </a:gs>
              <a:gs pos="71875">
                <a:srgbClr val="48aae1"/>
              </a:gs>
              <a:gs pos="71875">
                <a:srgbClr val="48a9e0"/>
              </a:gs>
              <a:gs pos="73438">
                <a:srgbClr val="48a9e0"/>
              </a:gs>
              <a:gs pos="73438">
                <a:srgbClr val="47a9e0"/>
              </a:gs>
              <a:gs pos="75000">
                <a:srgbClr val="47a9e0"/>
              </a:gs>
              <a:gs pos="75000">
                <a:srgbClr val="46a8df"/>
              </a:gs>
              <a:gs pos="76563">
                <a:srgbClr val="46a8df"/>
              </a:gs>
              <a:gs pos="76563">
                <a:srgbClr val="45a7df"/>
              </a:gs>
              <a:gs pos="78125">
                <a:srgbClr val="45a7df"/>
              </a:gs>
              <a:gs pos="78125">
                <a:srgbClr val="44a7de"/>
              </a:gs>
              <a:gs pos="79688">
                <a:srgbClr val="44a7de"/>
              </a:gs>
              <a:gs pos="79688">
                <a:srgbClr val="43a6de"/>
              </a:gs>
              <a:gs pos="81250">
                <a:srgbClr val="43a6de"/>
              </a:gs>
              <a:gs pos="81250">
                <a:srgbClr val="42a5dd"/>
              </a:gs>
              <a:gs pos="82813">
                <a:srgbClr val="42a5dd"/>
              </a:gs>
              <a:gs pos="82813">
                <a:srgbClr val="42a5dd"/>
              </a:gs>
              <a:gs pos="84375">
                <a:srgbClr val="42a5dd"/>
              </a:gs>
              <a:gs pos="84375">
                <a:srgbClr val="41a4dc"/>
              </a:gs>
              <a:gs pos="85938">
                <a:srgbClr val="41a4dc"/>
              </a:gs>
              <a:gs pos="85938">
                <a:srgbClr val="40a3db"/>
              </a:gs>
              <a:gs pos="87500">
                <a:srgbClr val="40a3db"/>
              </a:gs>
              <a:gs pos="87500">
                <a:srgbClr val="3fa3db"/>
              </a:gs>
              <a:gs pos="89063">
                <a:srgbClr val="3fa3db"/>
              </a:gs>
              <a:gs pos="89063">
                <a:srgbClr val="3ea2da"/>
              </a:gs>
              <a:gs pos="90625">
                <a:srgbClr val="3ea2da"/>
              </a:gs>
              <a:gs pos="90625">
                <a:srgbClr val="3da1da"/>
              </a:gs>
              <a:gs pos="92188">
                <a:srgbClr val="3da1da"/>
              </a:gs>
              <a:gs pos="92188">
                <a:srgbClr val="3ca1d9"/>
              </a:gs>
              <a:gs pos="93750">
                <a:srgbClr val="3ca1d9"/>
              </a:gs>
              <a:gs pos="93750">
                <a:srgbClr val="3ca0d9"/>
              </a:gs>
              <a:gs pos="95313">
                <a:srgbClr val="3ca0d9"/>
              </a:gs>
              <a:gs pos="95313">
                <a:srgbClr val="3b9fd8"/>
              </a:gs>
              <a:gs pos="96875">
                <a:srgbClr val="3b9fd8"/>
              </a:gs>
              <a:gs pos="96875">
                <a:srgbClr val="3a9fd8"/>
              </a:gs>
              <a:gs pos="98438">
                <a:srgbClr val="3a9fd8"/>
              </a:gs>
              <a:gs pos="98438">
                <a:srgbClr val="399ed7"/>
              </a:gs>
              <a:gs pos="100000">
                <a:srgbClr val="399ed7"/>
              </a:gs>
            </a:gsLst>
            <a:lin ang="36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t">
            <a:noAutofit/>
          </a:bodyPr>
          <a:p>
            <a:endParaRPr b="0" lang="fr-FR" sz="1800" spc="-1" strike="noStrike">
              <a:solidFill>
                <a:srgbClr val="ffffff"/>
              </a:solidFill>
              <a:latin typeface="Arial"/>
            </a:endParaRPr>
          </a:p>
        </p:txBody>
      </p:sp>
      <p:sp>
        <p:nvSpPr>
          <p:cNvPr id="160" name="PlaceHolder 1"/>
          <p:cNvSpPr>
            <a:spLocks noGrp="1"/>
          </p:cNvSpPr>
          <p:nvPr>
            <p:ph type="title"/>
          </p:nvPr>
        </p:nvSpPr>
        <p:spPr>
          <a:xfrm>
            <a:off x="540000" y="270000"/>
            <a:ext cx="9000000" cy="990000"/>
          </a:xfrm>
          <a:prstGeom prst="rect">
            <a:avLst/>
          </a:prstGeom>
          <a:noFill/>
          <a:ln w="0">
            <a:noFill/>
          </a:ln>
        </p:spPr>
        <p:txBody>
          <a:bodyPr lIns="0" rIns="0" tIns="0" bIns="0" anchor="ctr">
            <a:normAutofit fontScale="81085" lnSpcReduction="20000"/>
          </a:bodyPr>
          <a:p>
            <a:pPr indent="0">
              <a:buNone/>
            </a:pPr>
            <a:r>
              <a:rPr b="0" lang="fr-FR" sz="4500" spc="-1" strike="noStrike">
                <a:solidFill>
                  <a:srgbClr val="04617b"/>
                </a:solidFill>
                <a:latin typeface="Noto Sans"/>
              </a:rPr>
              <a:t>Cliquez pour éditer le format du texte-titre</a:t>
            </a:r>
            <a:endParaRPr b="0" lang="fr-FR" sz="4500" spc="-1" strike="noStrike">
              <a:solidFill>
                <a:srgbClr val="04617b"/>
              </a:solidFill>
              <a:latin typeface="Noto Sans"/>
            </a:endParaRPr>
          </a:p>
        </p:txBody>
      </p:sp>
      <p:sp>
        <p:nvSpPr>
          <p:cNvPr id="161" name="PlaceHolder 2"/>
          <p:cNvSpPr>
            <a:spLocks noGrp="1"/>
          </p:cNvSpPr>
          <p:nvPr>
            <p:ph type="body"/>
          </p:nvPr>
        </p:nvSpPr>
        <p:spPr>
          <a:xfrm>
            <a:off x="540000" y="1440000"/>
            <a:ext cx="9000000" cy="4050000"/>
          </a:xfrm>
          <a:prstGeom prst="rect">
            <a:avLst/>
          </a:prstGeom>
          <a:noFill/>
          <a:ln w="0">
            <a:noFill/>
          </a:ln>
        </p:spPr>
        <p:txBody>
          <a:bodyPr lIns="0" rIns="0" tIns="0" bIns="0" anchor="t">
            <a:normAutofit/>
          </a:bodyPr>
          <a:p>
            <a:pPr marL="432000" indent="-324000">
              <a:spcAft>
                <a:spcPts val="1057"/>
              </a:spcAft>
              <a:buClr>
                <a:srgbClr val="04617b"/>
              </a:buClr>
              <a:buSzPct val="45000"/>
              <a:buFont typeface="Wingdings" charset="2"/>
              <a:buChar char=""/>
            </a:pPr>
            <a:r>
              <a:rPr b="0" lang="fr-FR" sz="2400" spc="-1" strike="noStrike">
                <a:solidFill>
                  <a:srgbClr val="000000"/>
                </a:solidFill>
                <a:latin typeface="Noto Sans"/>
              </a:rPr>
              <a:t>Cliquez pour éditer le format du plan de texte</a:t>
            </a:r>
            <a:endParaRPr b="0" lang="fr-FR" sz="2400" spc="-1" strike="noStrike">
              <a:solidFill>
                <a:srgbClr val="000000"/>
              </a:solidFill>
              <a:latin typeface="Noto Sans"/>
            </a:endParaRPr>
          </a:p>
          <a:p>
            <a:pPr lvl="1" marL="864000" indent="-324000">
              <a:spcAft>
                <a:spcPts val="842"/>
              </a:spcAft>
              <a:buClr>
                <a:srgbClr val="04617b"/>
              </a:buClr>
              <a:buSzPct val="75000"/>
              <a:buFont typeface="Symbol" charset="2"/>
              <a:buChar char=""/>
            </a:pPr>
            <a:r>
              <a:rPr b="0" lang="fr-FR" sz="2100" spc="-1" strike="noStrike">
                <a:solidFill>
                  <a:srgbClr val="000000"/>
                </a:solidFill>
                <a:latin typeface="Noto Sans"/>
              </a:rPr>
              <a:t>Second niveau de plan</a:t>
            </a:r>
            <a:endParaRPr b="0" lang="fr-FR" sz="2100" spc="-1" strike="noStrike">
              <a:solidFill>
                <a:srgbClr val="000000"/>
              </a:solidFill>
              <a:latin typeface="Noto Sans"/>
            </a:endParaRPr>
          </a:p>
          <a:p>
            <a:pPr lvl="2" marL="1296000" indent="-288000">
              <a:spcAft>
                <a:spcPts val="635"/>
              </a:spcAft>
              <a:buClr>
                <a:srgbClr val="04617b"/>
              </a:buClr>
              <a:buSzPct val="45000"/>
              <a:buFont typeface="Wingdings" charset="2"/>
              <a:buChar char=""/>
            </a:pPr>
            <a:r>
              <a:rPr b="0" lang="fr-FR" sz="1800" spc="-1" strike="noStrike">
                <a:solidFill>
                  <a:srgbClr val="000000"/>
                </a:solidFill>
                <a:latin typeface="Noto Sans"/>
              </a:rPr>
              <a:t>Troisième niveau de plan</a:t>
            </a:r>
            <a:endParaRPr b="0" lang="fr-FR" sz="1800" spc="-1" strike="noStrike">
              <a:solidFill>
                <a:srgbClr val="000000"/>
              </a:solidFill>
              <a:latin typeface="Noto Sans"/>
            </a:endParaRPr>
          </a:p>
          <a:p>
            <a:pPr lvl="3" marL="1728000" indent="-216000">
              <a:spcAft>
                <a:spcPts val="422"/>
              </a:spcAft>
              <a:buClr>
                <a:srgbClr val="04617b"/>
              </a:buClr>
              <a:buSzPct val="75000"/>
              <a:buFont typeface="Symbol" charset="2"/>
              <a:buChar char=""/>
            </a:pPr>
            <a:r>
              <a:rPr b="0" lang="fr-FR" sz="1800" spc="-1" strike="noStrike">
                <a:solidFill>
                  <a:srgbClr val="000000"/>
                </a:solidFill>
                <a:latin typeface="Noto Sans"/>
              </a:rPr>
              <a:t>Quatrième niveau de plan</a:t>
            </a:r>
            <a:endParaRPr b="0" lang="fr-FR" sz="1800" spc="-1" strike="noStrike">
              <a:solidFill>
                <a:srgbClr val="000000"/>
              </a:solidFill>
              <a:latin typeface="Noto Sans"/>
            </a:endParaRPr>
          </a:p>
          <a:p>
            <a:pPr lvl="4" marL="2160000" indent="-216000">
              <a:spcAft>
                <a:spcPts val="210"/>
              </a:spcAft>
              <a:buClr>
                <a:srgbClr val="04617b"/>
              </a:buClr>
              <a:buSzPct val="45000"/>
              <a:buFont typeface="Wingdings" charset="2"/>
              <a:buChar char=""/>
            </a:pPr>
            <a:r>
              <a:rPr b="0" lang="fr-FR" sz="1800" spc="-1" strike="noStrike">
                <a:solidFill>
                  <a:srgbClr val="000000"/>
                </a:solidFill>
                <a:latin typeface="Noto Sans"/>
              </a:rPr>
              <a:t>Cinquième niveau de plan</a:t>
            </a:r>
            <a:endParaRPr b="0" lang="fr-FR" sz="1800" spc="-1" strike="noStrike">
              <a:solidFill>
                <a:srgbClr val="000000"/>
              </a:solidFill>
              <a:latin typeface="Noto Sans"/>
            </a:endParaRPr>
          </a:p>
          <a:p>
            <a:pPr lvl="5" marL="2592000" indent="-216000">
              <a:spcAft>
                <a:spcPts val="210"/>
              </a:spcAft>
              <a:buClr>
                <a:srgbClr val="04617b"/>
              </a:buClr>
              <a:buSzPct val="45000"/>
              <a:buFont typeface="Wingdings" charset="2"/>
              <a:buChar char=""/>
            </a:pPr>
            <a:r>
              <a:rPr b="0" lang="fr-FR" sz="1800" spc="-1" strike="noStrike">
                <a:solidFill>
                  <a:srgbClr val="000000"/>
                </a:solidFill>
                <a:latin typeface="Noto Sans"/>
              </a:rPr>
              <a:t>Sixième niveau de plan</a:t>
            </a:r>
            <a:endParaRPr b="0" lang="fr-FR" sz="1800" spc="-1" strike="noStrike">
              <a:solidFill>
                <a:srgbClr val="000000"/>
              </a:solidFill>
              <a:latin typeface="Noto Sans"/>
            </a:endParaRPr>
          </a:p>
          <a:p>
            <a:pPr lvl="6" marL="3024000" indent="-216000">
              <a:spcAft>
                <a:spcPts val="210"/>
              </a:spcAft>
              <a:buClr>
                <a:srgbClr val="04617b"/>
              </a:buClr>
              <a:buSzPct val="45000"/>
              <a:buFont typeface="Wingdings" charset="2"/>
              <a:buChar char=""/>
            </a:pPr>
            <a:r>
              <a:rPr b="0" lang="fr-FR" sz="1800" spc="-1" strike="noStrike">
                <a:solidFill>
                  <a:srgbClr val="000000"/>
                </a:solidFill>
                <a:latin typeface="Noto Sans"/>
              </a:rPr>
              <a:t>Septième niveau de plan</a:t>
            </a:r>
            <a:endParaRPr b="0" lang="fr-FR" sz="1800" spc="-1" strike="noStrike">
              <a:solidFill>
                <a:srgbClr val="000000"/>
              </a:solidFill>
              <a:latin typeface="Noto Sans"/>
            </a:endParaRPr>
          </a:p>
        </p:txBody>
      </p:sp>
      <p:sp>
        <p:nvSpPr>
          <p:cNvPr id="162" name="PlaceHolder 3"/>
          <p:cNvSpPr>
            <a:spLocks noGrp="1"/>
          </p:cNvSpPr>
          <p:nvPr>
            <p:ph type="dt" idx="34"/>
          </p:nvPr>
        </p:nvSpPr>
        <p:spPr>
          <a:xfrm>
            <a:off x="540000" y="5130000"/>
            <a:ext cx="2340000" cy="450000"/>
          </a:xfrm>
          <a:prstGeom prst="rect">
            <a:avLst/>
          </a:prstGeom>
          <a:noFill/>
          <a:ln w="0">
            <a:noFill/>
          </a:ln>
        </p:spPr>
        <p:txBody>
          <a:bodyPr lIns="0" rIns="0" tIns="0" bIns="0" anchor="t">
            <a:noAutofit/>
          </a:bodyPr>
          <a:lstStyle>
            <a:lvl1pPr indent="0">
              <a:buNone/>
              <a:defRPr b="0" lang="fr-FR" sz="2400" spc="-1" strike="noStrike">
                <a:solidFill>
                  <a:srgbClr val="484848"/>
                </a:solidFill>
                <a:latin typeface="Noto Sans"/>
              </a:defRPr>
            </a:lvl1pPr>
          </a:lstStyle>
          <a:p>
            <a:pPr indent="0">
              <a:buNone/>
            </a:pPr>
            <a:r>
              <a:rPr b="0" lang="fr-FR" sz="2400" spc="-1" strike="noStrike">
                <a:solidFill>
                  <a:srgbClr val="484848"/>
                </a:solidFill>
                <a:latin typeface="Noto Sans"/>
              </a:rPr>
              <a:t>&lt;date/heure&gt;</a:t>
            </a:r>
            <a:r>
              <a:rPr b="0" lang="fr-FR" sz="2400" spc="-1" strike="noStrike">
                <a:solidFill>
                  <a:srgbClr val="484848"/>
                </a:solidFill>
                <a:latin typeface="Noto Sans"/>
              </a:rPr>
              <a:t> </a:t>
            </a:r>
            <a:endParaRPr b="0" lang="fr-FR" sz="2400" spc="-1" strike="noStrike">
              <a:solidFill>
                <a:srgbClr val="484848"/>
              </a:solidFill>
              <a:latin typeface="Noto Sans"/>
            </a:endParaRPr>
          </a:p>
        </p:txBody>
      </p:sp>
      <p:sp>
        <p:nvSpPr>
          <p:cNvPr id="163" name="PlaceHolder 4"/>
          <p:cNvSpPr>
            <a:spLocks noGrp="1"/>
          </p:cNvSpPr>
          <p:nvPr>
            <p:ph type="ftr" idx="35"/>
          </p:nvPr>
        </p:nvSpPr>
        <p:spPr>
          <a:xfrm>
            <a:off x="3420000" y="5119200"/>
            <a:ext cx="3240000" cy="450000"/>
          </a:xfrm>
          <a:prstGeom prst="rect">
            <a:avLst/>
          </a:prstGeom>
          <a:noFill/>
          <a:ln w="0">
            <a:noFill/>
          </a:ln>
        </p:spPr>
        <p:txBody>
          <a:bodyPr lIns="0" rIns="0" tIns="0" bIns="0" anchor="t">
            <a:noAutofit/>
          </a:bodyPr>
          <a:lstStyle>
            <a:lvl1pPr indent="0" algn="ctr">
              <a:buNone/>
              <a:defRPr b="0" lang="fr-FR" sz="2400" spc="-1" strike="noStrike">
                <a:solidFill>
                  <a:srgbClr val="484848"/>
                </a:solidFill>
                <a:latin typeface="Noto Sans"/>
              </a:defRPr>
            </a:lvl1pPr>
          </a:lstStyle>
          <a:p>
            <a:pPr indent="0" algn="ctr">
              <a:buNone/>
            </a:pPr>
            <a:r>
              <a:rPr b="0" lang="fr-FR" sz="2400" spc="-1" strike="noStrike">
                <a:solidFill>
                  <a:srgbClr val="484848"/>
                </a:solidFill>
                <a:latin typeface="Noto Sans"/>
              </a:rPr>
              <a:t>&lt;pied de page&gt;</a:t>
            </a:r>
            <a:r>
              <a:rPr b="0" lang="fr-FR" sz="2400" spc="-1" strike="noStrike">
                <a:solidFill>
                  <a:srgbClr val="484848"/>
                </a:solidFill>
                <a:latin typeface="Noto Sans"/>
              </a:rPr>
              <a:t> </a:t>
            </a:r>
            <a:endParaRPr b="0" lang="fr-FR" sz="2400" spc="-1" strike="noStrike">
              <a:solidFill>
                <a:srgbClr val="484848"/>
              </a:solidFill>
              <a:latin typeface="Noto Sans"/>
            </a:endParaRPr>
          </a:p>
        </p:txBody>
      </p:sp>
      <p:sp>
        <p:nvSpPr>
          <p:cNvPr id="164" name="PlaceHolder 5"/>
          <p:cNvSpPr>
            <a:spLocks noGrp="1"/>
          </p:cNvSpPr>
          <p:nvPr>
            <p:ph type="sldNum" idx="36"/>
          </p:nvPr>
        </p:nvSpPr>
        <p:spPr>
          <a:xfrm>
            <a:off x="7650000" y="5130000"/>
            <a:ext cx="1890000" cy="450000"/>
          </a:xfrm>
          <a:prstGeom prst="rect">
            <a:avLst/>
          </a:prstGeom>
          <a:noFill/>
          <a:ln w="0">
            <a:noFill/>
          </a:ln>
        </p:spPr>
        <p:txBody>
          <a:bodyPr lIns="0" rIns="0" tIns="0" bIns="0" anchor="t">
            <a:noAutofit/>
          </a:bodyPr>
          <a:lstStyle>
            <a:lvl1pPr indent="0" algn="r">
              <a:buNone/>
              <a:defRPr b="0" lang="fr-FR" sz="2400" spc="-1" strike="noStrike">
                <a:solidFill>
                  <a:srgbClr val="484848"/>
                </a:solidFill>
                <a:latin typeface="Noto Sans"/>
              </a:defRPr>
            </a:lvl1pPr>
          </a:lstStyle>
          <a:p>
            <a:pPr indent="0" algn="r">
              <a:buNone/>
            </a:pPr>
            <a:fld id="{0F7F18B0-201B-40D5-8642-109B88518341}" type="slidenum">
              <a:rPr b="0" lang="fr-FR" sz="2400" spc="-1" strike="noStrike">
                <a:solidFill>
                  <a:srgbClr val="484848"/>
                </a:solidFill>
                <a:latin typeface="Noto Sans"/>
              </a:rPr>
              <a:t>&lt;numéro&gt;</a:t>
            </a:fld>
            <a:r>
              <a:rPr b="0" lang="fr-FR" sz="2400" spc="-1" strike="noStrike">
                <a:solidFill>
                  <a:srgbClr val="484848"/>
                </a:solidFill>
                <a:latin typeface="Noto Sans"/>
              </a:rPr>
              <a:t> </a:t>
            </a:r>
            <a:endParaRPr b="0" lang="fr-FR" sz="2400" spc="-1" strike="noStrike">
              <a:solidFill>
                <a:srgbClr val="484848"/>
              </a:solidFill>
              <a:latin typeface="Noto Sans"/>
            </a:endParaRPr>
          </a:p>
        </p:txBody>
      </p:sp>
      <p:sp>
        <p:nvSpPr>
          <p:cNvPr id="165" name=""/>
          <p:cNvSpPr/>
          <p:nvPr/>
        </p:nvSpPr>
        <p:spPr>
          <a:xfrm>
            <a:off x="0" y="5580000"/>
            <a:ext cx="10080000" cy="90000"/>
          </a:xfrm>
          <a:prstGeom prst="rect">
            <a:avLst/>
          </a:prstGeom>
          <a:pattFill prst="lgGrid">
            <a:fgClr>
              <a:srgbClr val="3465a4"/>
            </a:fgClr>
            <a:bgClr>
              <a:srgbClr val="009eda"/>
            </a:bgClr>
          </a:pattFill>
          <a:ln w="18000">
            <a:noFill/>
          </a:ln>
          <a:effectLst>
            <a:outerShdw dist="10800" dir="16200000" blurRad="0" rotWithShape="0">
              <a:srgbClr val="009bdd"/>
            </a:outerShdw>
          </a:effectLst>
        </p:spPr>
        <p:style>
          <a:lnRef idx="0"/>
          <a:fillRef idx="0"/>
          <a:effectRef idx="0"/>
          <a:fontRef idx="minor"/>
        </p:style>
        <p:txBody>
          <a:bodyPr wrap="none" lIns="90000" rIns="90000" tIns="45000" bIns="45000" anchor="t">
            <a:noAutofit/>
          </a:bodyPr>
          <a:p>
            <a:endParaRPr b="0" lang="fr-FR" sz="18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66" name=""/>
          <p:cNvSpPr/>
          <p:nvPr/>
        </p:nvSpPr>
        <p:spPr>
          <a:xfrm>
            <a:off x="0" y="0"/>
            <a:ext cx="10080000" cy="5670000"/>
          </a:xfrm>
          <a:prstGeom prst="rect">
            <a:avLst/>
          </a:prstGeom>
          <a:solidFill>
            <a:srgbClr val="0d84a1">
              <a:alpha val="45000"/>
            </a:srgbClr>
          </a:solidFill>
          <a:ln w="0">
            <a:solidFill>
              <a:srgbClr val="3465a4"/>
            </a:solidFill>
          </a:ln>
        </p:spPr>
        <p:style>
          <a:lnRef idx="0"/>
          <a:fillRef idx="0"/>
          <a:effectRef idx="0"/>
          <a:fontRef idx="minor"/>
        </p:style>
        <p:txBody>
          <a:bodyPr wrap="none" lIns="0" rIns="0" tIns="0" bIns="0" anchor="ctr">
            <a:noAutofit/>
          </a:bodyPr>
          <a:p>
            <a:endParaRPr b="0" lang="fr-FR" sz="2400" spc="-1" strike="noStrike">
              <a:solidFill>
                <a:srgbClr val="ffffff"/>
              </a:solidFill>
              <a:latin typeface="Noto Sans"/>
            </a:endParaRPr>
          </a:p>
        </p:txBody>
      </p:sp>
      <p:sp>
        <p:nvSpPr>
          <p:cNvPr id="167" name="PlaceHolder 1"/>
          <p:cNvSpPr>
            <a:spLocks noGrp="1"/>
          </p:cNvSpPr>
          <p:nvPr>
            <p:ph type="title"/>
          </p:nvPr>
        </p:nvSpPr>
        <p:spPr>
          <a:xfrm>
            <a:off x="503640" y="226080"/>
            <a:ext cx="9071280" cy="946080"/>
          </a:xfrm>
          <a:prstGeom prst="rect">
            <a:avLst/>
          </a:prstGeom>
          <a:noFill/>
          <a:ln w="0">
            <a:noFill/>
          </a:ln>
        </p:spPr>
        <p:txBody>
          <a:bodyPr lIns="0" rIns="0" tIns="0" bIns="0" anchor="ctr">
            <a:noAutofit/>
          </a:bodyPr>
          <a:p>
            <a:pPr indent="0" algn="ctr">
              <a:buNone/>
            </a:pPr>
            <a:r>
              <a:rPr b="0" lang="fr-FR" sz="4670" spc="-1" strike="noStrike">
                <a:solidFill>
                  <a:srgbClr val="000000"/>
                </a:solidFill>
                <a:latin typeface="Noto Sans"/>
              </a:rPr>
              <a:t>Cliquez pour éditer le format du texte-titre</a:t>
            </a:r>
            <a:endParaRPr b="0" lang="fr-FR" sz="4670" spc="-1" strike="noStrike">
              <a:solidFill>
                <a:srgbClr val="000000"/>
              </a:solidFill>
              <a:latin typeface="Noto Sans"/>
            </a:endParaRPr>
          </a:p>
        </p:txBody>
      </p:sp>
      <p:sp>
        <p:nvSpPr>
          <p:cNvPr id="168" name="PlaceHolder 2"/>
          <p:cNvSpPr>
            <a:spLocks noGrp="1"/>
          </p:cNvSpPr>
          <p:nvPr>
            <p:ph type="body"/>
          </p:nvPr>
        </p:nvSpPr>
        <p:spPr>
          <a:xfrm>
            <a:off x="503640" y="1326600"/>
            <a:ext cx="9071280" cy="3287880"/>
          </a:xfrm>
          <a:prstGeom prst="rect">
            <a:avLst/>
          </a:prstGeom>
          <a:noFill/>
          <a:ln w="0">
            <a:noFill/>
          </a:ln>
        </p:spPr>
        <p:txBody>
          <a:bodyPr lIns="0" rIns="0" tIns="0" bIns="0" anchor="t">
            <a:normAutofit fontScale="98427"/>
          </a:bodyPr>
          <a:p>
            <a:pPr marL="432000" indent="-324000">
              <a:spcBef>
                <a:spcPts val="1414"/>
              </a:spcBef>
              <a:buClr>
                <a:srgbClr val="000000"/>
              </a:buClr>
              <a:buSzPct val="45000"/>
              <a:buFont typeface="Wingdings" charset="2"/>
              <a:buChar char=""/>
            </a:pPr>
            <a:r>
              <a:rPr b="0" lang="fr-FR" sz="3200" spc="-1" strike="noStrike">
                <a:solidFill>
                  <a:srgbClr val="000000"/>
                </a:solidFill>
                <a:latin typeface="Noto Sans"/>
              </a:rPr>
              <a:t>Cliquez pour éditer le format du plan de texte</a:t>
            </a:r>
            <a:endParaRPr b="0" lang="fr-FR" sz="3200" spc="-1" strike="noStrike">
              <a:solidFill>
                <a:srgbClr val="000000"/>
              </a:solidFill>
              <a:latin typeface="Noto Sans"/>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Noto Sans"/>
              </a:rPr>
              <a:t>Second niveau de plan</a:t>
            </a:r>
            <a:endParaRPr b="0" lang="fr-FR" sz="2800" spc="-1" strike="noStrike">
              <a:solidFill>
                <a:srgbClr val="000000"/>
              </a:solidFill>
              <a:latin typeface="Noto Sans"/>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Noto Sans"/>
              </a:rPr>
              <a:t>Troisième niveau de plan</a:t>
            </a:r>
            <a:endParaRPr b="0" lang="fr-FR" sz="2400" spc="-1" strike="noStrike">
              <a:solidFill>
                <a:srgbClr val="000000"/>
              </a:solidFill>
              <a:latin typeface="Noto Sans"/>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Noto Sans"/>
              </a:rPr>
              <a:t>Quatrième niveau de plan</a:t>
            </a:r>
            <a:endParaRPr b="0" lang="fr-FR" sz="2000" spc="-1" strike="noStrike">
              <a:solidFill>
                <a:srgbClr val="000000"/>
              </a:solidFill>
              <a:latin typeface="Noto Sans"/>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Noto Sans"/>
              </a:rPr>
              <a:t>Cinquième niveau de plan</a:t>
            </a:r>
            <a:endParaRPr b="0" lang="fr-FR" sz="2000" spc="-1" strike="noStrike">
              <a:solidFill>
                <a:srgbClr val="000000"/>
              </a:solidFill>
              <a:latin typeface="Noto Sans"/>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Noto Sans"/>
              </a:rPr>
              <a:t>Sixième niveau de plan</a:t>
            </a:r>
            <a:endParaRPr b="0" lang="fr-FR" sz="2000" spc="-1" strike="noStrike">
              <a:solidFill>
                <a:srgbClr val="000000"/>
              </a:solidFill>
              <a:latin typeface="Noto Sans"/>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Noto Sans"/>
              </a:rPr>
              <a:t>Septième niveau de plan</a:t>
            </a:r>
            <a:endParaRPr b="0" lang="fr-FR" sz="2000" spc="-1" strike="noStrike">
              <a:solidFill>
                <a:srgbClr val="000000"/>
              </a:solidFill>
              <a:latin typeface="Noto Sans"/>
            </a:endParaRPr>
          </a:p>
        </p:txBody>
      </p:sp>
      <p:sp>
        <p:nvSpPr>
          <p:cNvPr id="169" name="PlaceHolder 3"/>
          <p:cNvSpPr>
            <a:spLocks noGrp="1"/>
          </p:cNvSpPr>
          <p:nvPr>
            <p:ph type="dt" idx="37"/>
          </p:nvPr>
        </p:nvSpPr>
        <p:spPr>
          <a:xfrm>
            <a:off x="503640" y="5164920"/>
            <a:ext cx="2347920" cy="390600"/>
          </a:xfrm>
          <a:prstGeom prst="rect">
            <a:avLst/>
          </a:prstGeom>
          <a:noFill/>
          <a:ln w="0">
            <a:noFill/>
          </a:ln>
        </p:spPr>
        <p:txBody>
          <a:bodyPr lIns="0" rIns="0" tIns="0" bIns="0" anchor="t">
            <a:noAutofit/>
          </a:bodyPr>
          <a:lstStyle>
            <a:lvl1pPr indent="0">
              <a:buNone/>
              <a:defRPr b="0" lang="fr-FR" sz="1400" spc="-1" strike="noStrike">
                <a:solidFill>
                  <a:srgbClr val="000000"/>
                </a:solidFill>
                <a:latin typeface="Noto Sans"/>
              </a:defRPr>
            </a:lvl1pPr>
          </a:lstStyle>
          <a:p>
            <a:pPr indent="0">
              <a:buNone/>
            </a:pPr>
            <a:r>
              <a:rPr b="0" lang="fr-FR" sz="1400" spc="-1" strike="noStrike">
                <a:solidFill>
                  <a:srgbClr val="000000"/>
                </a:solidFill>
                <a:latin typeface="Noto Sans"/>
              </a:rPr>
              <a:t>&lt;date/heure&gt;</a:t>
            </a:r>
            <a:endParaRPr b="0" lang="fr-FR" sz="1400" spc="-1" strike="noStrike">
              <a:solidFill>
                <a:srgbClr val="000000"/>
              </a:solidFill>
              <a:latin typeface="Noto Sans"/>
            </a:endParaRPr>
          </a:p>
        </p:txBody>
      </p:sp>
      <p:sp>
        <p:nvSpPr>
          <p:cNvPr id="170" name="PlaceHolder 4"/>
          <p:cNvSpPr>
            <a:spLocks noGrp="1"/>
          </p:cNvSpPr>
          <p:nvPr>
            <p:ph type="ftr" idx="38"/>
          </p:nvPr>
        </p:nvSpPr>
        <p:spPr>
          <a:xfrm>
            <a:off x="3447000" y="5164920"/>
            <a:ext cx="3195000" cy="390600"/>
          </a:xfrm>
          <a:prstGeom prst="rect">
            <a:avLst/>
          </a:prstGeom>
          <a:noFill/>
          <a:ln w="0">
            <a:noFill/>
          </a:ln>
        </p:spPr>
        <p:txBody>
          <a:bodyPr lIns="0" rIns="0" tIns="0" bIns="0" anchor="t">
            <a:noAutofit/>
          </a:bodyPr>
          <a:lstStyle>
            <a:lvl1pPr indent="0" algn="ctr">
              <a:buNone/>
              <a:defRPr b="0" lang="fr-FR" sz="1400" spc="-1" strike="noStrike">
                <a:solidFill>
                  <a:srgbClr val="000000"/>
                </a:solidFill>
                <a:latin typeface="Noto Sans"/>
              </a:defRPr>
            </a:lvl1pPr>
          </a:lstStyle>
          <a:p>
            <a:pPr indent="0" algn="ctr">
              <a:buNone/>
            </a:pPr>
            <a:r>
              <a:rPr b="0" lang="fr-FR" sz="1400" spc="-1" strike="noStrike">
                <a:solidFill>
                  <a:srgbClr val="000000"/>
                </a:solidFill>
                <a:latin typeface="Noto Sans"/>
              </a:rPr>
              <a:t>&lt;pied de page&gt;</a:t>
            </a:r>
            <a:endParaRPr b="0" lang="fr-FR" sz="1400" spc="-1" strike="noStrike">
              <a:solidFill>
                <a:srgbClr val="000000"/>
              </a:solidFill>
              <a:latin typeface="Noto Sans"/>
            </a:endParaRPr>
          </a:p>
        </p:txBody>
      </p:sp>
      <p:sp>
        <p:nvSpPr>
          <p:cNvPr id="171" name="PlaceHolder 5"/>
          <p:cNvSpPr>
            <a:spLocks noGrp="1"/>
          </p:cNvSpPr>
          <p:nvPr>
            <p:ph type="sldNum" idx="39"/>
          </p:nvPr>
        </p:nvSpPr>
        <p:spPr>
          <a:xfrm>
            <a:off x="7227000" y="5164920"/>
            <a:ext cx="2347920" cy="39060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Noto Sans"/>
              </a:defRPr>
            </a:lvl1pPr>
          </a:lstStyle>
          <a:p>
            <a:pPr indent="0" algn="r">
              <a:buNone/>
            </a:pPr>
            <a:fld id="{385E1D57-985D-4BD2-88C8-6E95133C9A9B}" type="slidenum">
              <a:rPr b="0" lang="fr-FR" sz="1400" spc="-1" strike="noStrike">
                <a:solidFill>
                  <a:srgbClr val="000000"/>
                </a:solidFill>
                <a:latin typeface="Noto Sans"/>
              </a:rPr>
              <a:t>&lt;numéro&gt;</a:t>
            </a:fld>
            <a:endParaRPr b="0" lang="fr-FR" sz="1400" spc="-1" strike="noStrike">
              <a:solidFill>
                <a:srgbClr val="000000"/>
              </a:solidFill>
              <a:latin typeface="Noto Sans"/>
            </a:endParaRPr>
          </a:p>
        </p:txBody>
      </p:sp>
    </p:spTree>
  </p:cSld>
  <p:clrMap bg1="lt1" bg2="lt2" tx1="dk1" tx2="dk2" accent1="accent1" accent2="accent2" accent3="accent3" accent4="accent4" accent5="accent5" accent6="accent6" hlink="hlink" folHlink="folHlink"/>
  <p:sldLayoutIdLst>
    <p:sldLayoutId id="2147483681" r:id="rId3"/>
    <p:sldLayoutId id="2147483682"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1.xml"/>
</Relationships>
</file>

<file path=ppt/slides/_rels/slide3.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png"/><Relationship Id="rId3" Type="http://schemas.openxmlformats.org/officeDocument/2006/relationships/image" Target="../media/image8.jpeg"/><Relationship Id="rId4" Type="http://schemas.openxmlformats.org/officeDocument/2006/relationships/image" Target="../media/image6.jpeg"/><Relationship Id="rId5" Type="http://schemas.openxmlformats.org/officeDocument/2006/relationships/image" Target="../media/image7.png"/><Relationship Id="rId6" Type="http://schemas.openxmlformats.org/officeDocument/2006/relationships/image" Target="../media/image8.jpeg"/><Relationship Id="rId7"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900000" y="360000"/>
            <a:ext cx="9000000" cy="1080000"/>
          </a:xfrm>
          <a:prstGeom prst="rect">
            <a:avLst/>
          </a:prstGeom>
          <a:noFill/>
          <a:ln w="0">
            <a:noFill/>
          </a:ln>
        </p:spPr>
        <p:txBody>
          <a:bodyPr lIns="0" rIns="0" tIns="0" bIns="0" anchor="ctr">
            <a:noAutofit/>
          </a:bodyPr>
          <a:p>
            <a:pPr indent="0" algn="ctr">
              <a:buNone/>
            </a:pPr>
            <a:r>
              <a:rPr b="1" lang="fr-FR" sz="3200" spc="-1" strike="noStrike">
                <a:solidFill>
                  <a:srgbClr val="ff0000"/>
                </a:solidFill>
                <a:latin typeface="Linux Libertine Display O"/>
              </a:rPr>
              <a:t>UNIVERSITÉ THOMAS SANKARA</a:t>
            </a:r>
            <a:endParaRPr b="0" lang="fr-FR" sz="3200" spc="-1" strike="noStrike">
              <a:solidFill>
                <a:srgbClr val="dd4100"/>
              </a:solidFill>
              <a:latin typeface="Arial"/>
            </a:endParaRPr>
          </a:p>
        </p:txBody>
      </p:sp>
      <p:pic>
        <p:nvPicPr>
          <p:cNvPr id="176" name="" descr=""/>
          <p:cNvPicPr/>
          <p:nvPr/>
        </p:nvPicPr>
        <p:blipFill>
          <a:blip r:embed="rId1"/>
          <a:stretch/>
        </p:blipFill>
        <p:spPr>
          <a:xfrm rot="1800">
            <a:off x="6856920" y="219240"/>
            <a:ext cx="3300120" cy="1039680"/>
          </a:xfrm>
          <a:prstGeom prst="rect">
            <a:avLst/>
          </a:prstGeom>
          <a:ln w="18000">
            <a:noFill/>
          </a:ln>
        </p:spPr>
      </p:pic>
      <p:sp>
        <p:nvSpPr>
          <p:cNvPr id="177" name=""/>
          <p:cNvSpPr/>
          <p:nvPr/>
        </p:nvSpPr>
        <p:spPr>
          <a:xfrm>
            <a:off x="0" y="180000"/>
            <a:ext cx="10080000" cy="180000"/>
          </a:xfrm>
          <a:prstGeom prst="flowChartAlternateProcess">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178" name=""/>
          <p:cNvSpPr/>
          <p:nvPr/>
        </p:nvSpPr>
        <p:spPr>
          <a:xfrm>
            <a:off x="0" y="360000"/>
            <a:ext cx="180000" cy="432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179" name="PlaceHolder 2"/>
          <p:cNvSpPr>
            <a:spLocks noGrp="1"/>
          </p:cNvSpPr>
          <p:nvPr>
            <p:ph type="title"/>
          </p:nvPr>
        </p:nvSpPr>
        <p:spPr>
          <a:xfrm>
            <a:off x="540000" y="1620000"/>
            <a:ext cx="9360000" cy="478080"/>
          </a:xfrm>
          <a:prstGeom prst="rect">
            <a:avLst/>
          </a:prstGeom>
          <a:noFill/>
          <a:ln w="0">
            <a:noFill/>
          </a:ln>
        </p:spPr>
        <p:txBody>
          <a:bodyPr lIns="0" rIns="0" tIns="0" bIns="0" anchor="ctr">
            <a:noAutofit/>
          </a:bodyPr>
          <a:p>
            <a:pPr indent="0" algn="ctr">
              <a:buNone/>
            </a:pPr>
            <a:r>
              <a:rPr b="1" lang="fr-FR" sz="3300" spc="-1" strike="noStrike" u="dbl">
                <a:solidFill>
                  <a:srgbClr val="00a933"/>
                </a:solidFill>
                <a:uFillTx/>
                <a:latin typeface="Times New Roman"/>
              </a:rPr>
              <a:t>UFR/ST-L3-INFORMATIQUE</a:t>
            </a:r>
            <a:endParaRPr b="0" lang="fr-FR" sz="3300" spc="-1" strike="noStrike">
              <a:solidFill>
                <a:srgbClr val="dd4100"/>
              </a:solidFill>
              <a:latin typeface="Arial"/>
            </a:endParaRPr>
          </a:p>
        </p:txBody>
      </p:sp>
      <p:sp>
        <p:nvSpPr>
          <p:cNvPr id="180" name="PlaceHolder 3"/>
          <p:cNvSpPr>
            <a:spLocks noGrp="1"/>
          </p:cNvSpPr>
          <p:nvPr>
            <p:ph type="title"/>
          </p:nvPr>
        </p:nvSpPr>
        <p:spPr>
          <a:xfrm>
            <a:off x="540000" y="2401920"/>
            <a:ext cx="9540000" cy="478080"/>
          </a:xfrm>
          <a:prstGeom prst="rect">
            <a:avLst/>
          </a:prstGeom>
          <a:noFill/>
          <a:ln w="0">
            <a:noFill/>
          </a:ln>
        </p:spPr>
        <p:txBody>
          <a:bodyPr lIns="0" rIns="0" tIns="0" bIns="0" anchor="ctr">
            <a:noAutofit/>
          </a:bodyPr>
          <a:p>
            <a:pPr indent="0">
              <a:buNone/>
            </a:pPr>
            <a:r>
              <a:rPr b="1" lang="fr-FR" sz="3300" spc="-1" strike="noStrike" u="heavy">
                <a:solidFill>
                  <a:srgbClr val="000000"/>
                </a:solidFill>
                <a:uFill>
                  <a:solidFill>
                    <a:srgbClr val="000000"/>
                  </a:solidFill>
                </a:uFill>
                <a:latin typeface="Times New Roman"/>
              </a:rPr>
              <a:t>Projet Web</a:t>
            </a:r>
            <a:r>
              <a:rPr b="1" lang="fr-FR" sz="3300" spc="-1" strike="noStrike">
                <a:solidFill>
                  <a:srgbClr val="00a933"/>
                </a:solidFill>
                <a:latin typeface="Times New Roman"/>
              </a:rPr>
              <a:t> </a:t>
            </a:r>
            <a:r>
              <a:rPr b="1" lang="fr-FR" sz="3300" spc="-1" strike="noStrike">
                <a:solidFill>
                  <a:srgbClr val="000000"/>
                </a:solidFill>
                <a:latin typeface="Times New Roman"/>
              </a:rPr>
              <a:t>:</a:t>
            </a:r>
            <a:r>
              <a:rPr b="1" lang="fr-FR" sz="3300" spc="-1" strike="noStrike">
                <a:solidFill>
                  <a:srgbClr val="00a933"/>
                </a:solidFill>
                <a:latin typeface="Times New Roman"/>
              </a:rPr>
              <a:t> </a:t>
            </a:r>
            <a:r>
              <a:rPr b="1" lang="fr-FR" sz="3300" spc="-1" strike="noStrike">
                <a:solidFill>
                  <a:srgbClr val="000000"/>
                </a:solidFill>
                <a:latin typeface="Times New Roman"/>
              </a:rPr>
              <a:t>Développement</a:t>
            </a:r>
            <a:r>
              <a:rPr b="1" lang="fr-FR" sz="2800" spc="-1" strike="noStrike">
                <a:solidFill>
                  <a:srgbClr val="000000"/>
                </a:solidFill>
                <a:latin typeface="Times New Roman"/>
              </a:rPr>
              <a:t> d’un blogue Professionnel</a:t>
            </a:r>
            <a:endParaRPr b="0" lang="fr-FR" sz="2800" spc="-1" strike="noStrike">
              <a:solidFill>
                <a:srgbClr val="dd4100"/>
              </a:solidFill>
              <a:latin typeface="Arial"/>
            </a:endParaRPr>
          </a:p>
        </p:txBody>
      </p:sp>
      <p:sp>
        <p:nvSpPr>
          <p:cNvPr id="181" name=""/>
          <p:cNvSpPr/>
          <p:nvPr/>
        </p:nvSpPr>
        <p:spPr>
          <a:xfrm>
            <a:off x="360000" y="2340000"/>
            <a:ext cx="9360000" cy="720000"/>
          </a:xfrm>
          <a:prstGeom prst="flowChartAlternateProcess">
            <a:avLst/>
          </a:prstGeom>
          <a:noFill/>
          <a:ln w="54000">
            <a:solidFill>
              <a:srgbClr val="009bdd"/>
            </a:solidFill>
            <a:round/>
          </a:ln>
        </p:spPr>
        <p:style>
          <a:lnRef idx="0"/>
          <a:fillRef idx="0"/>
          <a:effectRef idx="0"/>
          <a:fontRef idx="minor"/>
        </p:style>
        <p:txBody>
          <a:bodyPr wrap="none" lIns="108000" rIns="108000" tIns="63000" bIns="63000" anchor="ctr">
            <a:noAutofit/>
          </a:bodyPr>
          <a:p>
            <a:endParaRPr b="0" lang="fr-FR" sz="1800" spc="-1" strike="noStrike">
              <a:solidFill>
                <a:srgbClr val="000000"/>
              </a:solidFill>
              <a:latin typeface="Arial"/>
            </a:endParaRPr>
          </a:p>
        </p:txBody>
      </p:sp>
      <p:sp>
        <p:nvSpPr>
          <p:cNvPr id="182" name=""/>
          <p:cNvSpPr/>
          <p:nvPr/>
        </p:nvSpPr>
        <p:spPr>
          <a:xfrm>
            <a:off x="3420000" y="1439640"/>
            <a:ext cx="4320000" cy="360"/>
          </a:xfrm>
          <a:prstGeom prst="flowChartAlternateProcess">
            <a:avLst/>
          </a:prstGeom>
          <a:solidFill>
            <a:srgbClr val="39b2e5"/>
          </a:solidFill>
          <a:ln w="18000">
            <a:solidFill>
              <a:srgbClr val="009bdd"/>
            </a:solidFill>
            <a:round/>
          </a:ln>
        </p:spPr>
        <p:style>
          <a:lnRef idx="0"/>
          <a:fillRef idx="0"/>
          <a:effectRef idx="0"/>
          <a:fontRef idx="minor"/>
        </p:style>
        <p:txBody>
          <a:bodyPr wrap="none" lIns="90000" rIns="90000" tIns="-44640" bIns="-44640" anchor="ctr">
            <a:noAutofit/>
          </a:bodyPr>
          <a:p>
            <a:endParaRPr b="0" lang="fr-FR" sz="1800" spc="-1" strike="noStrike">
              <a:solidFill>
                <a:srgbClr val="ffffff"/>
              </a:solidFill>
              <a:latin typeface="Arial"/>
            </a:endParaRPr>
          </a:p>
        </p:txBody>
      </p:sp>
      <p:sp>
        <p:nvSpPr>
          <p:cNvPr id="183" name="PlaceHolder 4"/>
          <p:cNvSpPr>
            <a:spLocks noGrp="1"/>
          </p:cNvSpPr>
          <p:nvPr>
            <p:ph type="title"/>
          </p:nvPr>
        </p:nvSpPr>
        <p:spPr>
          <a:xfrm>
            <a:off x="540000" y="1620000"/>
            <a:ext cx="9360000" cy="478080"/>
          </a:xfrm>
          <a:prstGeom prst="rect">
            <a:avLst/>
          </a:prstGeom>
          <a:noFill/>
          <a:ln w="0">
            <a:noFill/>
          </a:ln>
        </p:spPr>
        <p:txBody>
          <a:bodyPr lIns="0" rIns="0" tIns="0" bIns="0" anchor="ctr">
            <a:noAutofit/>
          </a:bodyPr>
          <a:p>
            <a:pPr indent="0" algn="ctr">
              <a:buNone/>
            </a:pPr>
            <a:r>
              <a:rPr b="1" lang="fr-FR" sz="3300" spc="-1" strike="noStrike">
                <a:solidFill>
                  <a:srgbClr val="00a933"/>
                </a:solidFill>
                <a:latin typeface="Times New Roman"/>
              </a:rPr>
              <a:t>UFR/ST-L3-INFORMATIQUE</a:t>
            </a:r>
            <a:endParaRPr b="0" lang="fr-FR" sz="3300" spc="-1" strike="noStrike">
              <a:solidFill>
                <a:srgbClr val="dd4100"/>
              </a:solidFill>
              <a:latin typeface="Arial"/>
            </a:endParaRPr>
          </a:p>
        </p:txBody>
      </p:sp>
      <p:sp>
        <p:nvSpPr>
          <p:cNvPr id="184" name="PlaceHolder 5"/>
          <p:cNvSpPr>
            <a:spLocks noGrp="1"/>
          </p:cNvSpPr>
          <p:nvPr>
            <p:ph type="title"/>
          </p:nvPr>
        </p:nvSpPr>
        <p:spPr>
          <a:xfrm>
            <a:off x="180000" y="4680000"/>
            <a:ext cx="6120000" cy="567000"/>
          </a:xfrm>
          <a:prstGeom prst="rect">
            <a:avLst/>
          </a:prstGeom>
          <a:noFill/>
          <a:ln w="0">
            <a:noFill/>
          </a:ln>
        </p:spPr>
        <p:txBody>
          <a:bodyPr lIns="0" rIns="0" tIns="0" bIns="0" anchor="ctr">
            <a:noAutofit/>
          </a:bodyPr>
          <a:p>
            <a:pPr indent="0">
              <a:buNone/>
            </a:pPr>
            <a:r>
              <a:rPr b="1" lang="fr-FR" sz="3300" spc="-1" strike="noStrike">
                <a:solidFill>
                  <a:srgbClr val="ffff00"/>
                </a:solidFill>
                <a:latin typeface="Times New Roman"/>
              </a:rPr>
              <a:t>Enseignant </a:t>
            </a:r>
            <a:r>
              <a:rPr b="1" lang="fr-FR" sz="3300" spc="-1" strike="noStrike">
                <a:solidFill>
                  <a:srgbClr val="000000"/>
                </a:solidFill>
                <a:latin typeface="Times New Roman"/>
              </a:rPr>
              <a:t>: </a:t>
            </a:r>
            <a:r>
              <a:rPr b="1" lang="fr-FR" sz="3300" spc="-1" strike="noStrike">
                <a:solidFill>
                  <a:srgbClr val="ffffff"/>
                </a:solidFill>
                <a:latin typeface="Times New Roman"/>
              </a:rPr>
              <a:t>Dr TOUGMA</a:t>
            </a:r>
            <a:endParaRPr b="0" lang="fr-FR" sz="3300" spc="-1" strike="noStrike">
              <a:solidFill>
                <a:srgbClr val="dd4100"/>
              </a:solidFill>
              <a:latin typeface="Arial"/>
            </a:endParaRPr>
          </a:p>
        </p:txBody>
      </p:sp>
      <p:sp>
        <p:nvSpPr>
          <p:cNvPr id="185" name="PlaceHolder 6"/>
          <p:cNvSpPr>
            <a:spLocks noGrp="1"/>
          </p:cNvSpPr>
          <p:nvPr>
            <p:ph type="title"/>
          </p:nvPr>
        </p:nvSpPr>
        <p:spPr>
          <a:xfrm>
            <a:off x="3240000" y="3780000"/>
            <a:ext cx="3780000" cy="687600"/>
          </a:xfrm>
          <a:prstGeom prst="rect">
            <a:avLst/>
          </a:prstGeom>
          <a:noFill/>
          <a:ln w="0">
            <a:noFill/>
          </a:ln>
        </p:spPr>
        <p:txBody>
          <a:bodyPr lIns="0" rIns="0" tIns="0" bIns="0" anchor="ctr">
            <a:noAutofit/>
          </a:bodyPr>
          <a:p>
            <a:pPr indent="0">
              <a:buNone/>
            </a:pPr>
            <a:r>
              <a:rPr b="1" lang="fr-FR" sz="3300" spc="-1" strike="noStrike">
                <a:solidFill>
                  <a:srgbClr val="000000"/>
                </a:solidFill>
                <a:latin typeface="Times New Roman"/>
              </a:rPr>
              <a:t>DA DARI JOSEPH</a:t>
            </a:r>
            <a:endParaRPr b="0" lang="fr-FR" sz="3300" spc="-1" strike="noStrike">
              <a:solidFill>
                <a:srgbClr val="dd4100"/>
              </a:solidFill>
              <a:latin typeface="Arial"/>
            </a:endParaRPr>
          </a:p>
        </p:txBody>
      </p:sp>
      <p:sp>
        <p:nvSpPr>
          <p:cNvPr id="186" name="PlaceHolder 7"/>
          <p:cNvSpPr>
            <a:spLocks noGrp="1"/>
          </p:cNvSpPr>
          <p:nvPr>
            <p:ph type="title"/>
          </p:nvPr>
        </p:nvSpPr>
        <p:spPr>
          <a:xfrm>
            <a:off x="2514240" y="3060360"/>
            <a:ext cx="6120000" cy="927000"/>
          </a:xfrm>
          <a:prstGeom prst="rect">
            <a:avLst/>
          </a:prstGeom>
          <a:noFill/>
          <a:ln w="0">
            <a:noFill/>
          </a:ln>
        </p:spPr>
        <p:txBody>
          <a:bodyPr lIns="0" rIns="0" tIns="0" bIns="0" anchor="ctr">
            <a:noAutofit/>
          </a:bodyPr>
          <a:p>
            <a:pPr indent="0">
              <a:buNone/>
            </a:pPr>
            <a:r>
              <a:rPr b="1" lang="fr-FR" sz="3300" spc="-1" strike="noStrike" u="sng">
                <a:solidFill>
                  <a:srgbClr val="ed4c05"/>
                </a:solidFill>
                <a:uFill>
                  <a:solidFill>
                    <a:srgbClr val="000000"/>
                  </a:solidFill>
                </a:uFill>
                <a:latin typeface="Times New Roman"/>
              </a:rPr>
              <a:t>Développé par l’Ingénieur :</a:t>
            </a:r>
            <a:endParaRPr b="0" lang="fr-FR" sz="3300" spc="-1" strike="noStrike">
              <a:solidFill>
                <a:srgbClr val="dd4100"/>
              </a:solidFill>
              <a:latin typeface="Arial"/>
            </a:endParaRPr>
          </a:p>
        </p:txBody>
      </p:sp>
      <p:sp>
        <p:nvSpPr>
          <p:cNvPr id="187" name=""/>
          <p:cNvSpPr/>
          <p:nvPr/>
        </p:nvSpPr>
        <p:spPr>
          <a:xfrm>
            <a:off x="9900000" y="1170000"/>
            <a:ext cx="180000" cy="4500000"/>
          </a:xfrm>
          <a:prstGeom prst="rect">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9" name="PlaceHolder 8"/>
          <p:cNvSpPr>
            <a:spLocks noGrp="1"/>
          </p:cNvSpPr>
          <p:nvPr>
            <p:ph type="ftr" idx="2"/>
          </p:nvPr>
        </p:nvSpPr>
        <p:spPr/>
        <p:txBody>
          <a:bodyPr/>
          <a:p>
            <a:r>
              <a:t>Blog-Pro-DA</a:t>
            </a:r>
          </a:p>
        </p:txBody>
      </p:sp>
      <p:sp>
        <p:nvSpPr>
          <p:cNvPr id="10" name="PlaceHolder 9"/>
          <p:cNvSpPr>
            <a:spLocks noGrp="1"/>
          </p:cNvSpPr>
          <p:nvPr>
            <p:ph type="sldNum" idx="3"/>
          </p:nvPr>
        </p:nvSpPr>
        <p:spPr/>
        <p:txBody>
          <a:bodyPr/>
          <a:p>
            <a:fld id="{CE68E1F4-1829-4C65-992A-AD60417BCEF5}" type="slidenum">
              <a:t>1</a:t>
            </a:fld>
          </a:p>
        </p:txBody>
      </p:sp>
      <p:sp>
        <p:nvSpPr>
          <p:cNvPr id="11" name="PlaceHolder 10"/>
          <p:cNvSpPr>
            <a:spLocks noGrp="1"/>
          </p:cNvSpPr>
          <p:nvPr>
            <p:ph type="dt" idx="1"/>
          </p:nvPr>
        </p:nvSpPr>
        <p:spPr/>
        <p:txBody>
          <a:bodyPr/>
          <a:p>
            <a:fld id="{9AEC0A24-610D-4289-89C9-840E0FAFE8CC}" type="datetime1">
              <a:rPr lang="fr-FR"/>
              <a:t>07/02/26</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3097080" y="2526120"/>
            <a:ext cx="3885120" cy="692280"/>
          </a:xfrm>
          <a:prstGeom prst="rect">
            <a:avLst/>
          </a:prstGeom>
          <a:noFill/>
          <a:ln w="0">
            <a:noFill/>
          </a:ln>
        </p:spPr>
        <p:txBody>
          <a:bodyPr lIns="0" rIns="0" tIns="0" bIns="0" anchor="ctr">
            <a:noAutofit/>
          </a:bodyPr>
          <a:p>
            <a:pPr indent="0" algn="ctr">
              <a:buNone/>
            </a:pPr>
            <a:r>
              <a:rPr b="1" lang="fr-FR" sz="4000" spc="-1" strike="noStrike">
                <a:solidFill>
                  <a:srgbClr val="ffffff"/>
                </a:solidFill>
                <a:latin typeface="Noto Sans"/>
              </a:rPr>
              <a:t>Lorem Ipsum</a:t>
            </a:r>
            <a:endParaRPr b="0" lang="fr-FR" sz="4000" spc="-1" strike="noStrike">
              <a:solidFill>
                <a:srgbClr val="000000"/>
              </a:solidFill>
              <a:latin typeface="Noto Sans"/>
            </a:endParaRPr>
          </a:p>
        </p:txBody>
      </p:sp>
      <p:sp>
        <p:nvSpPr>
          <p:cNvPr id="189" name=""/>
          <p:cNvSpPr txBox="1"/>
          <p:nvPr/>
        </p:nvSpPr>
        <p:spPr>
          <a:xfrm>
            <a:off x="2340720" y="3216600"/>
            <a:ext cx="5221800" cy="1824120"/>
          </a:xfrm>
          <a:prstGeom prst="rect">
            <a:avLst/>
          </a:prstGeom>
          <a:noFill/>
          <a:ln w="0">
            <a:noFill/>
          </a:ln>
        </p:spPr>
        <p:txBody>
          <a:bodyPr lIns="90000" rIns="90000" tIns="45000" bIns="45000" anchor="t">
            <a:noAutofit/>
          </a:bodyPr>
          <a:p>
            <a:pPr algn="ctr">
              <a:lnSpc>
                <a:spcPct val="115000"/>
              </a:lnSpc>
            </a:pPr>
            <a:r>
              <a:rPr b="0" lang="fr-FR" sz="1600" spc="-1" strike="noStrike">
                <a:solidFill>
                  <a:srgbClr val="ffffff"/>
                </a:solidFill>
                <a:latin typeface="Noto Sans"/>
              </a:rPr>
              <a:t>Lorem ipsum dolor sit amet, consectetur adipiscing elit, sed do eiusmod tempor incididunt ut labore et dolore magna aliqua. Ut enim ad minim veniam, quis nostrud exercitation ullamco laboris nisi ut aliquip ex ea commodo consequat.</a:t>
            </a:r>
            <a:endParaRPr b="0" lang="fr-FR" sz="1600" spc="-1" strike="noStrike">
              <a:solidFill>
                <a:srgbClr val="000000"/>
              </a:solidFill>
              <a:latin typeface="Nimbus Sans"/>
            </a:endParaRPr>
          </a:p>
        </p:txBody>
      </p:sp>
      <p:sp>
        <p:nvSpPr>
          <p:cNvPr id="190" name=""/>
          <p:cNvSpPr/>
          <p:nvPr/>
        </p:nvSpPr>
        <p:spPr>
          <a:xfrm>
            <a:off x="4078800" y="874080"/>
            <a:ext cx="1921680" cy="1486440"/>
          </a:xfrm>
          <a:custGeom>
            <a:avLst/>
            <a:gdLst/>
            <a:ahLst/>
            <a:rect l="0" t="0" r="r" b="b"/>
            <a:pathLst>
              <a:path w="5338" h="4129">
                <a:moveTo>
                  <a:pt x="0" y="2670"/>
                </a:moveTo>
                <a:cubicBezTo>
                  <a:pt x="0" y="2604"/>
                  <a:pt x="22" y="2554"/>
                  <a:pt x="66" y="2519"/>
                </a:cubicBezTo>
                <a:cubicBezTo>
                  <a:pt x="100" y="2482"/>
                  <a:pt x="150" y="2463"/>
                  <a:pt x="216" y="2463"/>
                </a:cubicBezTo>
                <a:lnTo>
                  <a:pt x="729" y="2463"/>
                </a:lnTo>
                <a:cubicBezTo>
                  <a:pt x="788" y="2463"/>
                  <a:pt x="838" y="2482"/>
                  <a:pt x="877" y="2522"/>
                </a:cubicBezTo>
                <a:cubicBezTo>
                  <a:pt x="916" y="2561"/>
                  <a:pt x="936" y="2610"/>
                  <a:pt x="936" y="2670"/>
                </a:cubicBezTo>
                <a:cubicBezTo>
                  <a:pt x="936" y="2729"/>
                  <a:pt x="915" y="2779"/>
                  <a:pt x="874" y="2820"/>
                </a:cubicBezTo>
                <a:cubicBezTo>
                  <a:pt x="834" y="2861"/>
                  <a:pt x="785" y="2881"/>
                  <a:pt x="729" y="2881"/>
                </a:cubicBezTo>
                <a:lnTo>
                  <a:pt x="216" y="2881"/>
                </a:lnTo>
                <a:cubicBezTo>
                  <a:pt x="157" y="2881"/>
                  <a:pt x="106" y="2861"/>
                  <a:pt x="63" y="2820"/>
                </a:cubicBezTo>
                <a:cubicBezTo>
                  <a:pt x="21" y="2779"/>
                  <a:pt x="0" y="2729"/>
                  <a:pt x="0" y="2670"/>
                </a:cubicBezTo>
                <a:moveTo>
                  <a:pt x="226" y="3917"/>
                </a:moveTo>
                <a:cubicBezTo>
                  <a:pt x="226" y="3860"/>
                  <a:pt x="248" y="3810"/>
                  <a:pt x="292" y="3766"/>
                </a:cubicBezTo>
                <a:cubicBezTo>
                  <a:pt x="332" y="3729"/>
                  <a:pt x="382" y="3710"/>
                  <a:pt x="442" y="3710"/>
                </a:cubicBezTo>
                <a:lnTo>
                  <a:pt x="4901" y="3710"/>
                </a:lnTo>
                <a:cubicBezTo>
                  <a:pt x="4960" y="3710"/>
                  <a:pt x="5010" y="3729"/>
                  <a:pt x="5051" y="3769"/>
                </a:cubicBezTo>
                <a:cubicBezTo>
                  <a:pt x="5092" y="3808"/>
                  <a:pt x="5112" y="3856"/>
                  <a:pt x="5112" y="3914"/>
                </a:cubicBezTo>
                <a:cubicBezTo>
                  <a:pt x="5112" y="3973"/>
                  <a:pt x="5092" y="4023"/>
                  <a:pt x="5051" y="4066"/>
                </a:cubicBezTo>
                <a:cubicBezTo>
                  <a:pt x="5010" y="4108"/>
                  <a:pt x="4960" y="4129"/>
                  <a:pt x="4901" y="4129"/>
                </a:cubicBezTo>
                <a:lnTo>
                  <a:pt x="442" y="4129"/>
                </a:lnTo>
                <a:cubicBezTo>
                  <a:pt x="382" y="4129"/>
                  <a:pt x="331" y="4109"/>
                  <a:pt x="289" y="4068"/>
                </a:cubicBezTo>
                <a:cubicBezTo>
                  <a:pt x="247" y="4027"/>
                  <a:pt x="226" y="3977"/>
                  <a:pt x="226" y="3917"/>
                </a:cubicBezTo>
                <a:moveTo>
                  <a:pt x="729" y="936"/>
                </a:moveTo>
                <a:cubicBezTo>
                  <a:pt x="729" y="873"/>
                  <a:pt x="748" y="824"/>
                  <a:pt x="785" y="790"/>
                </a:cubicBezTo>
                <a:cubicBezTo>
                  <a:pt x="826" y="746"/>
                  <a:pt x="876" y="724"/>
                  <a:pt x="936" y="724"/>
                </a:cubicBezTo>
                <a:cubicBezTo>
                  <a:pt x="995" y="724"/>
                  <a:pt x="1045" y="746"/>
                  <a:pt x="1086" y="790"/>
                </a:cubicBezTo>
                <a:lnTo>
                  <a:pt x="1439" y="1147"/>
                </a:lnTo>
                <a:cubicBezTo>
                  <a:pt x="1483" y="1188"/>
                  <a:pt x="1505" y="1236"/>
                  <a:pt x="1505" y="1293"/>
                </a:cubicBezTo>
                <a:cubicBezTo>
                  <a:pt x="1505" y="1355"/>
                  <a:pt x="1485" y="1406"/>
                  <a:pt x="1446" y="1446"/>
                </a:cubicBezTo>
                <a:cubicBezTo>
                  <a:pt x="1407" y="1485"/>
                  <a:pt x="1357" y="1504"/>
                  <a:pt x="1298" y="1504"/>
                </a:cubicBezTo>
                <a:cubicBezTo>
                  <a:pt x="1244" y="1504"/>
                  <a:pt x="1196" y="1484"/>
                  <a:pt x="1152" y="1443"/>
                </a:cubicBezTo>
                <a:lnTo>
                  <a:pt x="785" y="1086"/>
                </a:lnTo>
                <a:cubicBezTo>
                  <a:pt x="748" y="1052"/>
                  <a:pt x="729" y="1001"/>
                  <a:pt x="729" y="936"/>
                </a:cubicBezTo>
                <a:moveTo>
                  <a:pt x="1363" y="2671"/>
                </a:moveTo>
                <a:cubicBezTo>
                  <a:pt x="1363" y="2884"/>
                  <a:pt x="1407" y="3075"/>
                  <a:pt x="1495" y="3245"/>
                </a:cubicBezTo>
                <a:cubicBezTo>
                  <a:pt x="1501" y="3266"/>
                  <a:pt x="1522" y="3277"/>
                  <a:pt x="1557" y="3277"/>
                </a:cubicBezTo>
                <a:lnTo>
                  <a:pt x="1962" y="3277"/>
                </a:lnTo>
                <a:cubicBezTo>
                  <a:pt x="1981" y="3277"/>
                  <a:pt x="1993" y="3272"/>
                  <a:pt x="1997" y="3261"/>
                </a:cubicBezTo>
                <a:cubicBezTo>
                  <a:pt x="2002" y="3250"/>
                  <a:pt x="1997" y="3237"/>
                  <a:pt x="1981" y="3221"/>
                </a:cubicBezTo>
                <a:cubicBezTo>
                  <a:pt x="1849" y="3061"/>
                  <a:pt x="1784" y="2878"/>
                  <a:pt x="1784" y="2671"/>
                </a:cubicBezTo>
                <a:cubicBezTo>
                  <a:pt x="1784" y="2426"/>
                  <a:pt x="1871" y="2218"/>
                  <a:pt x="2047" y="2047"/>
                </a:cubicBezTo>
                <a:cubicBezTo>
                  <a:pt x="2222" y="1876"/>
                  <a:pt x="2431" y="1791"/>
                  <a:pt x="2672" y="1791"/>
                </a:cubicBezTo>
                <a:cubicBezTo>
                  <a:pt x="2917" y="1791"/>
                  <a:pt x="3124" y="1876"/>
                  <a:pt x="3295" y="2047"/>
                </a:cubicBezTo>
                <a:cubicBezTo>
                  <a:pt x="3466" y="2218"/>
                  <a:pt x="3551" y="2426"/>
                  <a:pt x="3551" y="2671"/>
                </a:cubicBezTo>
                <a:cubicBezTo>
                  <a:pt x="3551" y="2881"/>
                  <a:pt x="3487" y="3064"/>
                  <a:pt x="3358" y="3221"/>
                </a:cubicBezTo>
                <a:cubicBezTo>
                  <a:pt x="3349" y="3237"/>
                  <a:pt x="3344" y="3246"/>
                  <a:pt x="3344" y="3249"/>
                </a:cubicBezTo>
                <a:cubicBezTo>
                  <a:pt x="3344" y="3255"/>
                  <a:pt x="3347" y="3262"/>
                  <a:pt x="3351" y="3268"/>
                </a:cubicBezTo>
                <a:cubicBezTo>
                  <a:pt x="3356" y="3274"/>
                  <a:pt x="3365" y="3277"/>
                  <a:pt x="3377" y="3277"/>
                </a:cubicBezTo>
                <a:lnTo>
                  <a:pt x="3790" y="3277"/>
                </a:lnTo>
                <a:cubicBezTo>
                  <a:pt x="3812" y="3277"/>
                  <a:pt x="3830" y="3266"/>
                  <a:pt x="3842" y="3245"/>
                </a:cubicBezTo>
                <a:cubicBezTo>
                  <a:pt x="3933" y="3072"/>
                  <a:pt x="3978" y="2881"/>
                  <a:pt x="3978" y="2671"/>
                </a:cubicBezTo>
                <a:cubicBezTo>
                  <a:pt x="3978" y="2435"/>
                  <a:pt x="3919" y="2218"/>
                  <a:pt x="3802" y="2017"/>
                </a:cubicBezTo>
                <a:cubicBezTo>
                  <a:pt x="3684" y="1816"/>
                  <a:pt x="3525" y="1657"/>
                  <a:pt x="3325" y="1540"/>
                </a:cubicBezTo>
                <a:cubicBezTo>
                  <a:pt x="3124" y="1422"/>
                  <a:pt x="2906" y="1363"/>
                  <a:pt x="2671" y="1363"/>
                </a:cubicBezTo>
                <a:cubicBezTo>
                  <a:pt x="2436" y="1363"/>
                  <a:pt x="2218" y="1422"/>
                  <a:pt x="2018" y="1540"/>
                </a:cubicBezTo>
                <a:cubicBezTo>
                  <a:pt x="1817" y="1657"/>
                  <a:pt x="1658" y="1816"/>
                  <a:pt x="1540" y="2017"/>
                </a:cubicBezTo>
                <a:cubicBezTo>
                  <a:pt x="1422" y="2218"/>
                  <a:pt x="1363" y="2435"/>
                  <a:pt x="1363" y="2671"/>
                </a:cubicBezTo>
                <a:moveTo>
                  <a:pt x="2461" y="729"/>
                </a:moveTo>
                <a:lnTo>
                  <a:pt x="2461" y="216"/>
                </a:lnTo>
                <a:cubicBezTo>
                  <a:pt x="2461" y="157"/>
                  <a:pt x="2481" y="106"/>
                  <a:pt x="2522" y="64"/>
                </a:cubicBezTo>
                <a:cubicBezTo>
                  <a:pt x="2562" y="21"/>
                  <a:pt x="2612" y="0"/>
                  <a:pt x="2670" y="0"/>
                </a:cubicBezTo>
                <a:cubicBezTo>
                  <a:pt x="2728" y="0"/>
                  <a:pt x="2779" y="21"/>
                  <a:pt x="2822" y="64"/>
                </a:cubicBezTo>
                <a:cubicBezTo>
                  <a:pt x="2866" y="106"/>
                  <a:pt x="2888" y="157"/>
                  <a:pt x="2888" y="216"/>
                </a:cubicBezTo>
                <a:lnTo>
                  <a:pt x="2888" y="729"/>
                </a:lnTo>
                <a:cubicBezTo>
                  <a:pt x="2888" y="788"/>
                  <a:pt x="2866" y="839"/>
                  <a:pt x="2822" y="881"/>
                </a:cubicBezTo>
                <a:cubicBezTo>
                  <a:pt x="2779" y="924"/>
                  <a:pt x="2728" y="945"/>
                  <a:pt x="2670" y="945"/>
                </a:cubicBezTo>
                <a:cubicBezTo>
                  <a:pt x="2612" y="945"/>
                  <a:pt x="2562" y="924"/>
                  <a:pt x="2522" y="881"/>
                </a:cubicBezTo>
                <a:cubicBezTo>
                  <a:pt x="2481" y="839"/>
                  <a:pt x="2461" y="788"/>
                  <a:pt x="2461" y="729"/>
                </a:cubicBezTo>
                <a:moveTo>
                  <a:pt x="3837" y="1293"/>
                </a:moveTo>
                <a:cubicBezTo>
                  <a:pt x="3837" y="1233"/>
                  <a:pt x="3858" y="1185"/>
                  <a:pt x="3899" y="1147"/>
                </a:cubicBezTo>
                <a:lnTo>
                  <a:pt x="4251" y="790"/>
                </a:lnTo>
                <a:cubicBezTo>
                  <a:pt x="4292" y="746"/>
                  <a:pt x="4342" y="724"/>
                  <a:pt x="4402" y="724"/>
                </a:cubicBezTo>
                <a:cubicBezTo>
                  <a:pt x="4464" y="724"/>
                  <a:pt x="4515" y="744"/>
                  <a:pt x="4554" y="785"/>
                </a:cubicBezTo>
                <a:cubicBezTo>
                  <a:pt x="4593" y="826"/>
                  <a:pt x="4613" y="876"/>
                  <a:pt x="4613" y="936"/>
                </a:cubicBezTo>
                <a:cubicBezTo>
                  <a:pt x="4613" y="998"/>
                  <a:pt x="4596" y="1049"/>
                  <a:pt x="4561" y="1086"/>
                </a:cubicBezTo>
                <a:lnTo>
                  <a:pt x="4190" y="1443"/>
                </a:lnTo>
                <a:cubicBezTo>
                  <a:pt x="4149" y="1481"/>
                  <a:pt x="4101" y="1500"/>
                  <a:pt x="4044" y="1500"/>
                </a:cubicBezTo>
                <a:cubicBezTo>
                  <a:pt x="3982" y="1500"/>
                  <a:pt x="3932" y="1481"/>
                  <a:pt x="3894" y="1443"/>
                </a:cubicBezTo>
                <a:cubicBezTo>
                  <a:pt x="3856" y="1406"/>
                  <a:pt x="3837" y="1356"/>
                  <a:pt x="3837" y="1293"/>
                </a:cubicBezTo>
                <a:moveTo>
                  <a:pt x="4406" y="2670"/>
                </a:moveTo>
                <a:cubicBezTo>
                  <a:pt x="4406" y="2604"/>
                  <a:pt x="4427" y="2554"/>
                  <a:pt x="4467" y="2519"/>
                </a:cubicBezTo>
                <a:cubicBezTo>
                  <a:pt x="4502" y="2482"/>
                  <a:pt x="4549" y="2463"/>
                  <a:pt x="4608" y="2463"/>
                </a:cubicBezTo>
                <a:lnTo>
                  <a:pt x="5122" y="2463"/>
                </a:lnTo>
                <a:cubicBezTo>
                  <a:pt x="5181" y="2463"/>
                  <a:pt x="5232" y="2482"/>
                  <a:pt x="5274" y="2522"/>
                </a:cubicBezTo>
                <a:cubicBezTo>
                  <a:pt x="5317" y="2561"/>
                  <a:pt x="5338" y="2610"/>
                  <a:pt x="5338" y="2670"/>
                </a:cubicBezTo>
                <a:cubicBezTo>
                  <a:pt x="5338" y="2729"/>
                  <a:pt x="5317" y="2779"/>
                  <a:pt x="5274" y="2820"/>
                </a:cubicBezTo>
                <a:cubicBezTo>
                  <a:pt x="5232" y="2861"/>
                  <a:pt x="5181" y="2881"/>
                  <a:pt x="5122" y="2881"/>
                </a:cubicBezTo>
                <a:lnTo>
                  <a:pt x="4608" y="2881"/>
                </a:lnTo>
                <a:cubicBezTo>
                  <a:pt x="4552" y="2881"/>
                  <a:pt x="4504" y="2861"/>
                  <a:pt x="4465" y="2820"/>
                </a:cubicBezTo>
                <a:cubicBezTo>
                  <a:pt x="4426" y="2779"/>
                  <a:pt x="4406" y="2729"/>
                  <a:pt x="4406" y="2670"/>
                </a:cubicBezTo>
                <a:close/>
              </a:path>
            </a:pathLst>
          </a:custGeom>
          <a:gradFill rotWithShape="0">
            <a:gsLst>
              <a:gs pos="0">
                <a:srgbClr val="ffffff">
                  <a:alpha val="80000"/>
                </a:srgbClr>
              </a:gs>
              <a:gs pos="100000">
                <a:srgbClr val="ffffff"/>
              </a:gs>
            </a:gsLst>
            <a:lin ang="5400000"/>
          </a:gradFill>
          <a:ln w="0">
            <a:noFill/>
          </a:ln>
        </p:spPr>
        <p:txBody>
          <a:bodyPr lIns="90000" rIns="90000" tIns="45000" bIns="45000" anchor="ctr" anchorCtr="1">
            <a:noAutofit/>
          </a:bodyPr>
          <a:p>
            <a:endParaRPr b="0" lang="fr-FR" sz="1800" spc="-1" strike="noStrike">
              <a:solidFill>
                <a:srgbClr val="000000"/>
              </a:solidFill>
              <a:latin typeface="Noto Sans"/>
            </a:endParaRPr>
          </a:p>
        </p:txBody>
      </p:sp>
      <p:pic>
        <p:nvPicPr>
          <p:cNvPr id="191" name="" descr=""/>
          <p:cNvPicPr/>
          <p:nvPr/>
        </p:nvPicPr>
        <p:blipFill>
          <a:blip r:embed="rId1"/>
          <a:srcRect l="0" t="8829" r="0" b="8626"/>
          <a:stretch/>
        </p:blipFill>
        <p:spPr>
          <a:xfrm>
            <a:off x="0" y="0"/>
            <a:ext cx="10080000" cy="5040720"/>
          </a:xfrm>
          <a:prstGeom prst="rect">
            <a:avLst/>
          </a:prstGeom>
          <a:ln w="18000">
            <a:noFill/>
          </a:ln>
        </p:spPr>
      </p:pic>
      <p:sp>
        <p:nvSpPr>
          <p:cNvPr id="3" name="PlaceHolder 2"/>
          <p:cNvSpPr>
            <a:spLocks noGrp="1"/>
          </p:cNvSpPr>
          <p:nvPr>
            <p:ph type="ftr" idx="38"/>
          </p:nvPr>
        </p:nvSpPr>
        <p:spPr/>
        <p:txBody>
          <a:bodyPr/>
          <a:p>
            <a:r>
              <a:t>Blog-Pro-DA</a:t>
            </a:r>
          </a:p>
        </p:txBody>
      </p:sp>
      <p:sp>
        <p:nvSpPr>
          <p:cNvPr id="4" name="PlaceHolder 3"/>
          <p:cNvSpPr>
            <a:spLocks noGrp="1"/>
          </p:cNvSpPr>
          <p:nvPr>
            <p:ph type="sldNum" idx="39"/>
          </p:nvPr>
        </p:nvSpPr>
        <p:spPr/>
        <p:txBody>
          <a:bodyPr/>
          <a:p>
            <a:fld id="{FD336B05-C0D5-48C1-855D-DF1DDBD831C9}" type="slidenum">
              <a:t>2</a:t>
            </a:fld>
          </a:p>
        </p:txBody>
      </p:sp>
      <p:sp>
        <p:nvSpPr>
          <p:cNvPr id="5" name="PlaceHolder 4"/>
          <p:cNvSpPr>
            <a:spLocks noGrp="1"/>
          </p:cNvSpPr>
          <p:nvPr>
            <p:ph type="dt" idx="37"/>
          </p:nvPr>
        </p:nvSpPr>
        <p:spPr/>
        <p:txBody>
          <a:bodyPr/>
          <a:p>
            <a:fld id="{1D0FE696-BEA9-4D8D-BD16-FF56FF5235A9}" type="datetime1">
              <a:rPr lang="fr-FR"/>
              <a:t>07/02/26</a:t>
            </a:fld>
          </a:p>
        </p:txBody>
      </p:sp>
    </p:spTree>
  </p:cSld>
  <mc:AlternateContent>
    <mc:Choice Requires="p14">
      <p:transition spd="slow" p14:dur="35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360000" y="133200"/>
            <a:ext cx="9360000" cy="572040"/>
          </a:xfrm>
          <a:prstGeom prst="rect">
            <a:avLst/>
          </a:prstGeom>
          <a:noFill/>
          <a:ln w="0">
            <a:noFill/>
          </a:ln>
        </p:spPr>
        <p:txBody>
          <a:bodyPr lIns="0" rIns="0" tIns="0" bIns="0" anchor="ctr">
            <a:noAutofit/>
          </a:bodyPr>
          <a:p>
            <a:pPr indent="0" algn="ctr">
              <a:buNone/>
            </a:pPr>
            <a:r>
              <a:rPr b="0" lang="fr-FR" sz="3300" spc="-1" strike="noStrike" u="sng">
                <a:solidFill>
                  <a:srgbClr val="000000"/>
                </a:solidFill>
                <a:uFillTx/>
                <a:latin typeface="Noto Sans Display SemiCondensed Black"/>
              </a:rPr>
              <a:t>PLAN DU TRAVAIL</a:t>
            </a:r>
            <a:endParaRPr b="0" lang="fr-FR" sz="3300" spc="-1" strike="noStrike">
              <a:solidFill>
                <a:srgbClr val="ffffff"/>
              </a:solidFill>
              <a:latin typeface="Arial"/>
            </a:endParaRPr>
          </a:p>
        </p:txBody>
      </p:sp>
      <p:sp>
        <p:nvSpPr>
          <p:cNvPr id="193" name=""/>
          <p:cNvSpPr/>
          <p:nvPr/>
        </p:nvSpPr>
        <p:spPr>
          <a:xfrm>
            <a:off x="0" y="2880000"/>
            <a:ext cx="1800000" cy="1715760"/>
          </a:xfrm>
          <a:prstGeom prst="flowChartAlternateProcess">
            <a:avLst/>
          </a:prstGeom>
          <a:solidFill>
            <a:srgbClr val="2a6099"/>
          </a:solidFill>
          <a:ln w="0">
            <a:noFill/>
          </a:ln>
        </p:spPr>
        <p:style>
          <a:lnRef idx="0"/>
          <a:fillRef idx="0"/>
          <a:effectRef idx="0"/>
          <a:fontRef idx="minor"/>
        </p:style>
        <p:txBody>
          <a:bodyPr lIns="128160" rIns="128160" tIns="146160" bIns="45000" anchor="t">
            <a:noAutofit/>
          </a:bodyPr>
          <a:p>
            <a:pPr algn="ctr">
              <a:lnSpc>
                <a:spcPct val="100000"/>
              </a:lnSpc>
            </a:pPr>
            <a:endParaRPr b="0" lang="fr-FR" sz="2100" spc="-1" strike="noStrike">
              <a:solidFill>
                <a:srgbClr val="ffffff"/>
              </a:solidFill>
              <a:latin typeface="Times New Roman"/>
            </a:endParaRPr>
          </a:p>
          <a:p>
            <a:pPr algn="ctr">
              <a:lnSpc>
                <a:spcPct val="100000"/>
              </a:lnSpc>
              <a:spcBef>
                <a:spcPts val="1191"/>
              </a:spcBef>
              <a:spcAft>
                <a:spcPts val="992"/>
              </a:spcAft>
            </a:pPr>
            <a:r>
              <a:rPr b="1" lang="fr-FR" sz="2800" spc="-1" strike="noStrike">
                <a:solidFill>
                  <a:srgbClr val="ffffff"/>
                </a:solidFill>
                <a:latin typeface="Times New Roman"/>
              </a:rPr>
              <a:t>INTRO</a:t>
            </a:r>
            <a:endParaRPr b="0" lang="fr-FR" sz="2800" spc="-1" strike="noStrike">
              <a:solidFill>
                <a:srgbClr val="ffffff"/>
              </a:solidFill>
              <a:latin typeface="Times New Roman"/>
            </a:endParaRPr>
          </a:p>
        </p:txBody>
      </p:sp>
      <p:sp>
        <p:nvSpPr>
          <p:cNvPr id="194" name=""/>
          <p:cNvSpPr/>
          <p:nvPr/>
        </p:nvSpPr>
        <p:spPr>
          <a:xfrm>
            <a:off x="416880" y="1855080"/>
            <a:ext cx="1064520" cy="1024920"/>
          </a:xfrm>
          <a:custGeom>
            <a:avLst/>
            <a:gdLst/>
            <a:ahLst/>
            <a:rect l="0" t="0" r="r" b="b"/>
            <a:pathLst>
              <a:path w="2957" h="2847">
                <a:moveTo>
                  <a:pt x="1009" y="965"/>
                </a:moveTo>
                <a:cubicBezTo>
                  <a:pt x="846" y="873"/>
                  <a:pt x="670" y="793"/>
                  <a:pt x="499" y="706"/>
                </a:cubicBezTo>
                <a:cubicBezTo>
                  <a:pt x="512" y="907"/>
                  <a:pt x="546" y="1075"/>
                  <a:pt x="593" y="1222"/>
                </a:cubicBezTo>
                <a:cubicBezTo>
                  <a:pt x="402" y="1191"/>
                  <a:pt x="199" y="1182"/>
                  <a:pt x="0" y="1162"/>
                </a:cubicBezTo>
                <a:cubicBezTo>
                  <a:pt x="327" y="2048"/>
                  <a:pt x="879" y="2062"/>
                  <a:pt x="1385" y="2613"/>
                </a:cubicBezTo>
                <a:cubicBezTo>
                  <a:pt x="1413" y="2685"/>
                  <a:pt x="1448" y="2758"/>
                  <a:pt x="1491" y="2834"/>
                </a:cubicBezTo>
                <a:cubicBezTo>
                  <a:pt x="1491" y="2836"/>
                  <a:pt x="1491" y="2838"/>
                  <a:pt x="1492" y="2840"/>
                </a:cubicBezTo>
                <a:cubicBezTo>
                  <a:pt x="1492" y="2839"/>
                  <a:pt x="1492" y="2839"/>
                  <a:pt x="1493" y="2838"/>
                </a:cubicBezTo>
                <a:cubicBezTo>
                  <a:pt x="1495" y="2841"/>
                  <a:pt x="1496" y="2844"/>
                  <a:pt x="1497" y="2847"/>
                </a:cubicBezTo>
                <a:cubicBezTo>
                  <a:pt x="1501" y="2838"/>
                  <a:pt x="1505" y="2829"/>
                  <a:pt x="1508" y="2820"/>
                </a:cubicBezTo>
                <a:cubicBezTo>
                  <a:pt x="2030" y="2195"/>
                  <a:pt x="2617" y="2219"/>
                  <a:pt x="2957" y="1296"/>
                </a:cubicBezTo>
                <a:cubicBezTo>
                  <a:pt x="2759" y="1316"/>
                  <a:pt x="2556" y="1324"/>
                  <a:pt x="2364" y="1356"/>
                </a:cubicBezTo>
                <a:cubicBezTo>
                  <a:pt x="2411" y="1208"/>
                  <a:pt x="2445" y="1040"/>
                  <a:pt x="2458" y="840"/>
                </a:cubicBezTo>
                <a:cubicBezTo>
                  <a:pt x="2300" y="921"/>
                  <a:pt x="2136" y="995"/>
                  <a:pt x="1982" y="1079"/>
                </a:cubicBezTo>
                <a:cubicBezTo>
                  <a:pt x="1996" y="804"/>
                  <a:pt x="1859" y="465"/>
                  <a:pt x="1473" y="0"/>
                </a:cubicBezTo>
                <a:cubicBezTo>
                  <a:pt x="1270" y="313"/>
                  <a:pt x="1028" y="613"/>
                  <a:pt x="1009" y="965"/>
                </a:cubicBezTo>
                <a:close/>
              </a:path>
            </a:pathLst>
          </a:custGeom>
          <a:solidFill>
            <a:srgbClr val="2a6099"/>
          </a:solidFill>
          <a:ln w="0">
            <a:noFill/>
          </a:ln>
        </p:spPr>
        <p:txBody>
          <a:bodyPr lIns="90000" rIns="90000" tIns="45000" bIns="45000" anchor="ctr" anchorCtr="1">
            <a:noAutofit/>
          </a:bodyPr>
          <a:p>
            <a:pPr algn="ctr"/>
            <a:r>
              <a:rPr b="1" lang="fr-FR" sz="3200" spc="-1" strike="noStrike">
                <a:solidFill>
                  <a:srgbClr val="ffffff"/>
                </a:solidFill>
                <a:latin typeface="Linux Biolinum Keyboard O"/>
              </a:rPr>
              <a:t>1</a:t>
            </a:r>
            <a:endParaRPr b="0" lang="fr-FR" sz="3200" spc="-1" strike="noStrike">
              <a:solidFill>
                <a:srgbClr val="ffffff"/>
              </a:solidFill>
              <a:latin typeface="Arial"/>
            </a:endParaRPr>
          </a:p>
        </p:txBody>
      </p:sp>
      <p:sp>
        <p:nvSpPr>
          <p:cNvPr id="195" name=""/>
          <p:cNvSpPr/>
          <p:nvPr/>
        </p:nvSpPr>
        <p:spPr>
          <a:xfrm>
            <a:off x="1800000" y="2964600"/>
            <a:ext cx="2369880" cy="1715400"/>
          </a:xfrm>
          <a:prstGeom prst="flowChartAlternateProcess">
            <a:avLst/>
          </a:prstGeom>
          <a:blipFill rotWithShape="0">
            <a:blip r:embed="rId1"/>
            <a:srcRect/>
            <a:tile tx="0" ty="0" sx="100000" sy="100000" algn="ctr"/>
          </a:blipFill>
          <a:ln w="0">
            <a:noFill/>
          </a:ln>
        </p:spPr>
        <p:style>
          <a:lnRef idx="0"/>
          <a:fillRef idx="0"/>
          <a:effectRef idx="0"/>
          <a:fontRef idx="minor"/>
        </p:style>
        <p:txBody>
          <a:bodyPr lIns="128160" rIns="128160" tIns="146160" bIns="45000" anchor="t">
            <a:noAutofit/>
          </a:bodyPr>
          <a:p>
            <a:pPr algn="ctr">
              <a:lnSpc>
                <a:spcPct val="100000"/>
              </a:lnSpc>
              <a:spcBef>
                <a:spcPts val="1191"/>
              </a:spcBef>
              <a:spcAft>
                <a:spcPts val="992"/>
              </a:spcAft>
            </a:pPr>
            <a:endParaRPr b="1" lang="fr-FR" sz="1800" spc="-1" strike="noStrike">
              <a:solidFill>
                <a:srgbClr val="000000"/>
              </a:solidFill>
              <a:latin typeface="Noto Sans"/>
            </a:endParaRPr>
          </a:p>
          <a:p>
            <a:pPr algn="ctr">
              <a:lnSpc>
                <a:spcPct val="100000"/>
              </a:lnSpc>
              <a:spcBef>
                <a:spcPts val="1191"/>
              </a:spcBef>
              <a:spcAft>
                <a:spcPts val="992"/>
              </a:spcAft>
            </a:pPr>
            <a:r>
              <a:rPr b="1" lang="fr-FR" sz="1800" spc="-1" strike="noStrike">
                <a:solidFill>
                  <a:srgbClr val="000000"/>
                </a:solidFill>
                <a:latin typeface="Times New Roman"/>
              </a:rPr>
              <a:t>OUTILS ET </a:t>
            </a:r>
            <a:r>
              <a:rPr b="1" lang="fr-FR" sz="1700" spc="-1" strike="noStrike">
                <a:solidFill>
                  <a:srgbClr val="000000"/>
                </a:solidFill>
                <a:latin typeface="Times New Roman"/>
              </a:rPr>
              <a:t>MÉTHODOLOGIE</a:t>
            </a:r>
            <a:endParaRPr b="1" lang="fr-FR" sz="1700" spc="-1" strike="noStrike">
              <a:solidFill>
                <a:srgbClr val="000000"/>
              </a:solidFill>
              <a:latin typeface="Noto Sans"/>
            </a:endParaRPr>
          </a:p>
        </p:txBody>
      </p:sp>
      <p:sp>
        <p:nvSpPr>
          <p:cNvPr id="196" name=""/>
          <p:cNvSpPr/>
          <p:nvPr/>
        </p:nvSpPr>
        <p:spPr>
          <a:xfrm>
            <a:off x="3960000" y="2964960"/>
            <a:ext cx="2090520" cy="1715040"/>
          </a:xfrm>
          <a:prstGeom prst="flowChartAlternateProcess">
            <a:avLst/>
          </a:prstGeom>
          <a:blipFill rotWithShape="0">
            <a:blip r:embed="rId2"/>
            <a:srcRect/>
            <a:tile tx="0" ty="0" sx="100000" sy="100000" algn="ctr"/>
          </a:blipFill>
          <a:ln w="0">
            <a:noFill/>
          </a:ln>
        </p:spPr>
        <p:style>
          <a:lnRef idx="0"/>
          <a:fillRef idx="0"/>
          <a:effectRef idx="0"/>
          <a:fontRef idx="minor"/>
        </p:style>
        <p:txBody>
          <a:bodyPr lIns="128160" rIns="128160" tIns="146160" bIns="45000" anchor="t">
            <a:noAutofit/>
          </a:bodyPr>
          <a:p>
            <a:pPr algn="ctr">
              <a:lnSpc>
                <a:spcPct val="100000"/>
              </a:lnSpc>
              <a:spcBef>
                <a:spcPts val="1191"/>
              </a:spcBef>
              <a:spcAft>
                <a:spcPts val="992"/>
              </a:spcAft>
            </a:pPr>
            <a:r>
              <a:rPr b="1" lang="fr-FR" sz="1800" spc="-1" strike="noStrike">
                <a:solidFill>
                  <a:srgbClr val="ffffff"/>
                </a:solidFill>
                <a:latin typeface="Noto Sans"/>
              </a:rPr>
              <a:t>ANALYSE </a:t>
            </a:r>
            <a:endParaRPr b="0" lang="fr-FR" sz="1800" spc="-1" strike="noStrike">
              <a:solidFill>
                <a:srgbClr val="ffffff"/>
              </a:solidFill>
              <a:latin typeface="Noto Sans"/>
            </a:endParaRPr>
          </a:p>
          <a:p>
            <a:pPr algn="ctr">
              <a:lnSpc>
                <a:spcPct val="100000"/>
              </a:lnSpc>
              <a:spcBef>
                <a:spcPts val="1191"/>
              </a:spcBef>
              <a:spcAft>
                <a:spcPts val="992"/>
              </a:spcAft>
            </a:pPr>
            <a:r>
              <a:rPr b="1" lang="fr-FR" sz="1800" spc="-1" strike="noStrike">
                <a:solidFill>
                  <a:srgbClr val="ffffff"/>
                </a:solidFill>
                <a:latin typeface="Noto Sans"/>
              </a:rPr>
              <a:t>ET CONCEPTION </a:t>
            </a:r>
            <a:endParaRPr b="0" lang="fr-FR" sz="1800" spc="-1" strike="noStrike">
              <a:solidFill>
                <a:srgbClr val="ffffff"/>
              </a:solidFill>
              <a:latin typeface="Noto Sans"/>
            </a:endParaRPr>
          </a:p>
        </p:txBody>
      </p:sp>
      <p:sp>
        <p:nvSpPr>
          <p:cNvPr id="197" name=""/>
          <p:cNvSpPr/>
          <p:nvPr/>
        </p:nvSpPr>
        <p:spPr>
          <a:xfrm>
            <a:off x="5940000" y="2880000"/>
            <a:ext cx="1884600" cy="1800000"/>
          </a:xfrm>
          <a:prstGeom prst="flowChartAlternateProcess">
            <a:avLst/>
          </a:prstGeom>
          <a:gradFill rotWithShape="0">
            <a:gsLst>
              <a:gs pos="0">
                <a:srgbClr val="ffffff"/>
              </a:gs>
              <a:gs pos="85000">
                <a:srgbClr val="127622"/>
              </a:gs>
            </a:gsLst>
            <a:path path="circle">
              <a:fillToRect l="50000" t="50000" r="50000" b="50000"/>
            </a:path>
          </a:gradFill>
          <a:ln w="0">
            <a:noFill/>
          </a:ln>
        </p:spPr>
        <p:style>
          <a:lnRef idx="0"/>
          <a:fillRef idx="0"/>
          <a:effectRef idx="0"/>
          <a:fontRef idx="minor"/>
        </p:style>
        <p:txBody>
          <a:bodyPr lIns="128160" rIns="128160" tIns="146160" bIns="45000" anchor="t">
            <a:noAutofit/>
          </a:bodyPr>
          <a:p>
            <a:pPr algn="ctr">
              <a:lnSpc>
                <a:spcPct val="100000"/>
              </a:lnSpc>
            </a:pPr>
            <a:endParaRPr b="0" lang="fr-FR" sz="2400" spc="-1" strike="noStrike">
              <a:solidFill>
                <a:srgbClr val="000000"/>
              </a:solidFill>
              <a:latin typeface="Noto Sans"/>
            </a:endParaRPr>
          </a:p>
          <a:p>
            <a:pPr algn="ctr">
              <a:lnSpc>
                <a:spcPct val="100000"/>
              </a:lnSpc>
            </a:pPr>
            <a:r>
              <a:rPr b="1" lang="fr-FR" sz="2400" spc="-1" strike="noStrike">
                <a:solidFill>
                  <a:srgbClr val="000000"/>
                </a:solidFill>
                <a:latin typeface="Times New Roman"/>
              </a:rPr>
              <a:t>Démon</a:t>
            </a:r>
            <a:endParaRPr b="0" lang="fr-FR" sz="2400" spc="-1" strike="noStrike">
              <a:solidFill>
                <a:srgbClr val="000000"/>
              </a:solidFill>
              <a:latin typeface="Noto Sans"/>
            </a:endParaRPr>
          </a:p>
        </p:txBody>
      </p:sp>
      <p:sp>
        <p:nvSpPr>
          <p:cNvPr id="198" name=""/>
          <p:cNvSpPr/>
          <p:nvPr/>
        </p:nvSpPr>
        <p:spPr>
          <a:xfrm>
            <a:off x="7740000" y="2880000"/>
            <a:ext cx="2160000" cy="1800000"/>
          </a:xfrm>
          <a:prstGeom prst="flowChartAlternateProcess">
            <a:avLst/>
          </a:prstGeom>
          <a:blipFill rotWithShape="0">
            <a:blip r:embed="rId3"/>
            <a:srcRect/>
            <a:tile tx="0" ty="0" sx="100000" sy="100000" algn="ctr"/>
          </a:blipFill>
          <a:ln w="0">
            <a:noFill/>
          </a:ln>
        </p:spPr>
        <p:style>
          <a:lnRef idx="0"/>
          <a:fillRef idx="0"/>
          <a:effectRef idx="0"/>
          <a:fontRef idx="minor"/>
        </p:style>
        <p:txBody>
          <a:bodyPr lIns="128160" rIns="128160" tIns="146160" bIns="45000" anchor="t">
            <a:noAutofit/>
          </a:bodyPr>
          <a:p>
            <a:pPr algn="ctr">
              <a:lnSpc>
                <a:spcPct val="100000"/>
              </a:lnSpc>
            </a:pPr>
            <a:r>
              <a:rPr b="1" lang="fr-FR" sz="2400" spc="-1" strike="noStrike">
                <a:solidFill>
                  <a:srgbClr val="780373"/>
                </a:solidFill>
                <a:latin typeface="Times New Roman"/>
              </a:rPr>
              <a:t>Conclusion et perspectives</a:t>
            </a:r>
            <a:endParaRPr b="1" lang="fr-FR" sz="2400" spc="-1" strike="noStrike">
              <a:solidFill>
                <a:srgbClr val="780373"/>
              </a:solidFill>
              <a:latin typeface="Noto Sans"/>
            </a:endParaRPr>
          </a:p>
        </p:txBody>
      </p:sp>
      <p:sp>
        <p:nvSpPr>
          <p:cNvPr id="199" name=""/>
          <p:cNvSpPr/>
          <p:nvPr/>
        </p:nvSpPr>
        <p:spPr>
          <a:xfrm>
            <a:off x="2535480" y="1939680"/>
            <a:ext cx="1064520" cy="1024920"/>
          </a:xfrm>
          <a:custGeom>
            <a:avLst/>
            <a:gdLst/>
            <a:ahLst/>
            <a:rect l="0" t="0" r="r" b="b"/>
            <a:pathLst>
              <a:path w="2957" h="2847">
                <a:moveTo>
                  <a:pt x="1009" y="965"/>
                </a:moveTo>
                <a:cubicBezTo>
                  <a:pt x="846" y="873"/>
                  <a:pt x="670" y="793"/>
                  <a:pt x="499" y="706"/>
                </a:cubicBezTo>
                <a:cubicBezTo>
                  <a:pt x="512" y="907"/>
                  <a:pt x="546" y="1075"/>
                  <a:pt x="593" y="1222"/>
                </a:cubicBezTo>
                <a:cubicBezTo>
                  <a:pt x="402" y="1191"/>
                  <a:pt x="199" y="1182"/>
                  <a:pt x="0" y="1162"/>
                </a:cubicBezTo>
                <a:cubicBezTo>
                  <a:pt x="327" y="2048"/>
                  <a:pt x="879" y="2062"/>
                  <a:pt x="1385" y="2613"/>
                </a:cubicBezTo>
                <a:cubicBezTo>
                  <a:pt x="1413" y="2685"/>
                  <a:pt x="1448" y="2758"/>
                  <a:pt x="1491" y="2834"/>
                </a:cubicBezTo>
                <a:cubicBezTo>
                  <a:pt x="1491" y="2836"/>
                  <a:pt x="1491" y="2838"/>
                  <a:pt x="1492" y="2840"/>
                </a:cubicBezTo>
                <a:cubicBezTo>
                  <a:pt x="1492" y="2839"/>
                  <a:pt x="1492" y="2839"/>
                  <a:pt x="1493" y="2838"/>
                </a:cubicBezTo>
                <a:cubicBezTo>
                  <a:pt x="1495" y="2841"/>
                  <a:pt x="1496" y="2844"/>
                  <a:pt x="1497" y="2847"/>
                </a:cubicBezTo>
                <a:cubicBezTo>
                  <a:pt x="1501" y="2838"/>
                  <a:pt x="1505" y="2829"/>
                  <a:pt x="1508" y="2820"/>
                </a:cubicBezTo>
                <a:cubicBezTo>
                  <a:pt x="2030" y="2195"/>
                  <a:pt x="2617" y="2219"/>
                  <a:pt x="2957" y="1296"/>
                </a:cubicBezTo>
                <a:cubicBezTo>
                  <a:pt x="2759" y="1316"/>
                  <a:pt x="2556" y="1324"/>
                  <a:pt x="2364" y="1356"/>
                </a:cubicBezTo>
                <a:cubicBezTo>
                  <a:pt x="2411" y="1208"/>
                  <a:pt x="2445" y="1040"/>
                  <a:pt x="2458" y="840"/>
                </a:cubicBezTo>
                <a:cubicBezTo>
                  <a:pt x="2300" y="921"/>
                  <a:pt x="2136" y="995"/>
                  <a:pt x="1982" y="1079"/>
                </a:cubicBezTo>
                <a:cubicBezTo>
                  <a:pt x="1996" y="804"/>
                  <a:pt x="1859" y="465"/>
                  <a:pt x="1473" y="0"/>
                </a:cubicBezTo>
                <a:cubicBezTo>
                  <a:pt x="1270" y="313"/>
                  <a:pt x="1028" y="613"/>
                  <a:pt x="1009" y="965"/>
                </a:cubicBezTo>
                <a:close/>
              </a:path>
            </a:pathLst>
          </a:custGeom>
          <a:blipFill rotWithShape="0">
            <a:blip r:embed="rId4"/>
            <a:tile tx="0" ty="0" sx="100000" sy="100000" algn="ctr"/>
          </a:blipFill>
          <a:ln w="0">
            <a:noFill/>
          </a:ln>
        </p:spPr>
        <p:txBody>
          <a:bodyPr lIns="90000" rIns="90000" tIns="45000" bIns="45000" anchor="ctr" anchorCtr="1">
            <a:noAutofit/>
          </a:bodyPr>
          <a:p>
            <a:pPr algn="ctr">
              <a:lnSpc>
                <a:spcPct val="100000"/>
              </a:lnSpc>
            </a:pPr>
            <a:r>
              <a:rPr b="1" lang="fr-FR" sz="3200" spc="-1" strike="noStrike">
                <a:solidFill>
                  <a:srgbClr val="000000"/>
                </a:solidFill>
                <a:latin typeface="Linux Biolinum Keyboard O"/>
              </a:rPr>
              <a:t>2</a:t>
            </a:r>
            <a:endParaRPr b="0" lang="fr-FR" sz="3200" spc="-1" strike="noStrike">
              <a:solidFill>
                <a:srgbClr val="000000"/>
              </a:solidFill>
              <a:latin typeface="Arial"/>
            </a:endParaRPr>
          </a:p>
        </p:txBody>
      </p:sp>
      <p:sp>
        <p:nvSpPr>
          <p:cNvPr id="200" name=""/>
          <p:cNvSpPr/>
          <p:nvPr/>
        </p:nvSpPr>
        <p:spPr>
          <a:xfrm>
            <a:off x="4449960" y="1940040"/>
            <a:ext cx="1064520" cy="1024920"/>
          </a:xfrm>
          <a:custGeom>
            <a:avLst/>
            <a:gdLst/>
            <a:ahLst/>
            <a:rect l="0" t="0" r="r" b="b"/>
            <a:pathLst>
              <a:path w="2957" h="2847">
                <a:moveTo>
                  <a:pt x="1009" y="965"/>
                </a:moveTo>
                <a:cubicBezTo>
                  <a:pt x="846" y="873"/>
                  <a:pt x="670" y="793"/>
                  <a:pt x="499" y="706"/>
                </a:cubicBezTo>
                <a:cubicBezTo>
                  <a:pt x="512" y="907"/>
                  <a:pt x="546" y="1075"/>
                  <a:pt x="593" y="1222"/>
                </a:cubicBezTo>
                <a:cubicBezTo>
                  <a:pt x="402" y="1191"/>
                  <a:pt x="199" y="1182"/>
                  <a:pt x="0" y="1162"/>
                </a:cubicBezTo>
                <a:cubicBezTo>
                  <a:pt x="327" y="2048"/>
                  <a:pt x="879" y="2062"/>
                  <a:pt x="1385" y="2613"/>
                </a:cubicBezTo>
                <a:cubicBezTo>
                  <a:pt x="1413" y="2685"/>
                  <a:pt x="1448" y="2758"/>
                  <a:pt x="1491" y="2834"/>
                </a:cubicBezTo>
                <a:cubicBezTo>
                  <a:pt x="1491" y="2836"/>
                  <a:pt x="1491" y="2838"/>
                  <a:pt x="1492" y="2840"/>
                </a:cubicBezTo>
                <a:cubicBezTo>
                  <a:pt x="1492" y="2839"/>
                  <a:pt x="1492" y="2839"/>
                  <a:pt x="1493" y="2838"/>
                </a:cubicBezTo>
                <a:cubicBezTo>
                  <a:pt x="1495" y="2841"/>
                  <a:pt x="1496" y="2844"/>
                  <a:pt x="1497" y="2847"/>
                </a:cubicBezTo>
                <a:cubicBezTo>
                  <a:pt x="1501" y="2838"/>
                  <a:pt x="1505" y="2829"/>
                  <a:pt x="1508" y="2820"/>
                </a:cubicBezTo>
                <a:cubicBezTo>
                  <a:pt x="2030" y="2195"/>
                  <a:pt x="2617" y="2219"/>
                  <a:pt x="2957" y="1296"/>
                </a:cubicBezTo>
                <a:cubicBezTo>
                  <a:pt x="2759" y="1316"/>
                  <a:pt x="2556" y="1324"/>
                  <a:pt x="2364" y="1356"/>
                </a:cubicBezTo>
                <a:cubicBezTo>
                  <a:pt x="2411" y="1208"/>
                  <a:pt x="2445" y="1040"/>
                  <a:pt x="2458" y="840"/>
                </a:cubicBezTo>
                <a:cubicBezTo>
                  <a:pt x="2300" y="921"/>
                  <a:pt x="2136" y="995"/>
                  <a:pt x="1982" y="1079"/>
                </a:cubicBezTo>
                <a:cubicBezTo>
                  <a:pt x="1996" y="804"/>
                  <a:pt x="1859" y="465"/>
                  <a:pt x="1473" y="0"/>
                </a:cubicBezTo>
                <a:cubicBezTo>
                  <a:pt x="1270" y="313"/>
                  <a:pt x="1028" y="613"/>
                  <a:pt x="1009" y="965"/>
                </a:cubicBezTo>
                <a:close/>
              </a:path>
            </a:pathLst>
          </a:custGeom>
          <a:blipFill rotWithShape="0">
            <a:blip r:embed="rId5"/>
            <a:tile tx="0" ty="0" sx="100000" sy="100000" algn="ctr"/>
          </a:blipFill>
          <a:ln w="0">
            <a:noFill/>
          </a:ln>
        </p:spPr>
        <p:txBody>
          <a:bodyPr lIns="90000" rIns="90000" tIns="45000" bIns="45000" anchor="ctr" anchorCtr="1">
            <a:noAutofit/>
          </a:bodyPr>
          <a:p>
            <a:pPr algn="ctr">
              <a:lnSpc>
                <a:spcPct val="100000"/>
              </a:lnSpc>
            </a:pPr>
            <a:r>
              <a:rPr b="1" lang="fr-FR" sz="3200" spc="-1" strike="noStrike">
                <a:solidFill>
                  <a:srgbClr val="000000"/>
                </a:solidFill>
                <a:latin typeface="Linux Biolinum Keyboard O"/>
              </a:rPr>
              <a:t>3</a:t>
            </a:r>
            <a:endParaRPr b="0" lang="fr-FR" sz="3200" spc="-1" strike="noStrike">
              <a:solidFill>
                <a:srgbClr val="000000"/>
              </a:solidFill>
              <a:latin typeface="Arial"/>
            </a:endParaRPr>
          </a:p>
        </p:txBody>
      </p:sp>
      <p:sp>
        <p:nvSpPr>
          <p:cNvPr id="201" name=""/>
          <p:cNvSpPr/>
          <p:nvPr/>
        </p:nvSpPr>
        <p:spPr>
          <a:xfrm>
            <a:off x="6335280" y="1879200"/>
            <a:ext cx="1064520" cy="1024920"/>
          </a:xfrm>
          <a:custGeom>
            <a:avLst/>
            <a:gdLst/>
            <a:ahLst/>
            <a:rect l="0" t="0" r="r" b="b"/>
            <a:pathLst>
              <a:path w="2957" h="2847">
                <a:moveTo>
                  <a:pt x="1009" y="965"/>
                </a:moveTo>
                <a:cubicBezTo>
                  <a:pt x="846" y="873"/>
                  <a:pt x="670" y="793"/>
                  <a:pt x="499" y="706"/>
                </a:cubicBezTo>
                <a:cubicBezTo>
                  <a:pt x="512" y="907"/>
                  <a:pt x="546" y="1075"/>
                  <a:pt x="593" y="1222"/>
                </a:cubicBezTo>
                <a:cubicBezTo>
                  <a:pt x="402" y="1191"/>
                  <a:pt x="199" y="1182"/>
                  <a:pt x="0" y="1162"/>
                </a:cubicBezTo>
                <a:cubicBezTo>
                  <a:pt x="327" y="2048"/>
                  <a:pt x="879" y="2062"/>
                  <a:pt x="1385" y="2613"/>
                </a:cubicBezTo>
                <a:cubicBezTo>
                  <a:pt x="1413" y="2685"/>
                  <a:pt x="1448" y="2758"/>
                  <a:pt x="1491" y="2834"/>
                </a:cubicBezTo>
                <a:cubicBezTo>
                  <a:pt x="1491" y="2836"/>
                  <a:pt x="1491" y="2838"/>
                  <a:pt x="1492" y="2840"/>
                </a:cubicBezTo>
                <a:cubicBezTo>
                  <a:pt x="1492" y="2839"/>
                  <a:pt x="1492" y="2839"/>
                  <a:pt x="1493" y="2838"/>
                </a:cubicBezTo>
                <a:cubicBezTo>
                  <a:pt x="1495" y="2841"/>
                  <a:pt x="1496" y="2844"/>
                  <a:pt x="1497" y="2847"/>
                </a:cubicBezTo>
                <a:cubicBezTo>
                  <a:pt x="1501" y="2838"/>
                  <a:pt x="1505" y="2829"/>
                  <a:pt x="1508" y="2820"/>
                </a:cubicBezTo>
                <a:cubicBezTo>
                  <a:pt x="2030" y="2195"/>
                  <a:pt x="2617" y="2219"/>
                  <a:pt x="2957" y="1296"/>
                </a:cubicBezTo>
                <a:cubicBezTo>
                  <a:pt x="2759" y="1316"/>
                  <a:pt x="2556" y="1324"/>
                  <a:pt x="2364" y="1356"/>
                </a:cubicBezTo>
                <a:cubicBezTo>
                  <a:pt x="2411" y="1208"/>
                  <a:pt x="2445" y="1040"/>
                  <a:pt x="2458" y="840"/>
                </a:cubicBezTo>
                <a:cubicBezTo>
                  <a:pt x="2300" y="921"/>
                  <a:pt x="2136" y="995"/>
                  <a:pt x="1982" y="1079"/>
                </a:cubicBezTo>
                <a:cubicBezTo>
                  <a:pt x="1996" y="804"/>
                  <a:pt x="1859" y="465"/>
                  <a:pt x="1473" y="0"/>
                </a:cubicBezTo>
                <a:cubicBezTo>
                  <a:pt x="1270" y="313"/>
                  <a:pt x="1028" y="613"/>
                  <a:pt x="1009" y="965"/>
                </a:cubicBezTo>
                <a:close/>
              </a:path>
            </a:pathLst>
          </a:custGeom>
          <a:gradFill rotWithShape="0">
            <a:gsLst>
              <a:gs pos="0">
                <a:srgbClr val="ffffff"/>
              </a:gs>
              <a:gs pos="85000">
                <a:srgbClr val="127622"/>
              </a:gs>
            </a:gsLst>
            <a:path path="circle">
              <a:fillToRect l="50000" t="50000" r="50000" b="50000"/>
            </a:path>
          </a:gradFill>
          <a:ln w="0">
            <a:noFill/>
          </a:ln>
        </p:spPr>
        <p:txBody>
          <a:bodyPr lIns="90000" rIns="90000" tIns="45000" bIns="45000" anchor="ctr" anchorCtr="1">
            <a:noAutofit/>
          </a:bodyPr>
          <a:p>
            <a:pPr algn="ctr">
              <a:lnSpc>
                <a:spcPct val="100000"/>
              </a:lnSpc>
            </a:pPr>
            <a:r>
              <a:rPr b="1" lang="fr-FR" sz="3200" spc="-1" strike="noStrike">
                <a:solidFill>
                  <a:srgbClr val="000000"/>
                </a:solidFill>
                <a:latin typeface="Linux Biolinum Keyboard O"/>
              </a:rPr>
              <a:t>4</a:t>
            </a:r>
            <a:endParaRPr b="0" lang="fr-FR" sz="3200" spc="-1" strike="noStrike">
              <a:solidFill>
                <a:srgbClr val="000000"/>
              </a:solidFill>
              <a:latin typeface="Arial"/>
            </a:endParaRPr>
          </a:p>
        </p:txBody>
      </p:sp>
      <p:sp>
        <p:nvSpPr>
          <p:cNvPr id="202" name=""/>
          <p:cNvSpPr/>
          <p:nvPr/>
        </p:nvSpPr>
        <p:spPr>
          <a:xfrm>
            <a:off x="8280000" y="1855080"/>
            <a:ext cx="1064520" cy="1024920"/>
          </a:xfrm>
          <a:custGeom>
            <a:avLst/>
            <a:gdLst/>
            <a:ahLst/>
            <a:rect l="0" t="0" r="r" b="b"/>
            <a:pathLst>
              <a:path w="2957" h="2847">
                <a:moveTo>
                  <a:pt x="1009" y="965"/>
                </a:moveTo>
                <a:cubicBezTo>
                  <a:pt x="846" y="873"/>
                  <a:pt x="670" y="793"/>
                  <a:pt x="499" y="706"/>
                </a:cubicBezTo>
                <a:cubicBezTo>
                  <a:pt x="512" y="907"/>
                  <a:pt x="546" y="1075"/>
                  <a:pt x="593" y="1222"/>
                </a:cubicBezTo>
                <a:cubicBezTo>
                  <a:pt x="402" y="1191"/>
                  <a:pt x="199" y="1182"/>
                  <a:pt x="0" y="1162"/>
                </a:cubicBezTo>
                <a:cubicBezTo>
                  <a:pt x="327" y="2048"/>
                  <a:pt x="879" y="2062"/>
                  <a:pt x="1385" y="2613"/>
                </a:cubicBezTo>
                <a:cubicBezTo>
                  <a:pt x="1413" y="2685"/>
                  <a:pt x="1448" y="2758"/>
                  <a:pt x="1491" y="2834"/>
                </a:cubicBezTo>
                <a:cubicBezTo>
                  <a:pt x="1491" y="2836"/>
                  <a:pt x="1491" y="2838"/>
                  <a:pt x="1492" y="2840"/>
                </a:cubicBezTo>
                <a:cubicBezTo>
                  <a:pt x="1492" y="2839"/>
                  <a:pt x="1492" y="2839"/>
                  <a:pt x="1493" y="2838"/>
                </a:cubicBezTo>
                <a:cubicBezTo>
                  <a:pt x="1495" y="2841"/>
                  <a:pt x="1496" y="2844"/>
                  <a:pt x="1497" y="2847"/>
                </a:cubicBezTo>
                <a:cubicBezTo>
                  <a:pt x="1501" y="2838"/>
                  <a:pt x="1505" y="2829"/>
                  <a:pt x="1508" y="2820"/>
                </a:cubicBezTo>
                <a:cubicBezTo>
                  <a:pt x="2030" y="2195"/>
                  <a:pt x="2617" y="2219"/>
                  <a:pt x="2957" y="1296"/>
                </a:cubicBezTo>
                <a:cubicBezTo>
                  <a:pt x="2759" y="1316"/>
                  <a:pt x="2556" y="1324"/>
                  <a:pt x="2364" y="1356"/>
                </a:cubicBezTo>
                <a:cubicBezTo>
                  <a:pt x="2411" y="1208"/>
                  <a:pt x="2445" y="1040"/>
                  <a:pt x="2458" y="840"/>
                </a:cubicBezTo>
                <a:cubicBezTo>
                  <a:pt x="2300" y="921"/>
                  <a:pt x="2136" y="995"/>
                  <a:pt x="1982" y="1079"/>
                </a:cubicBezTo>
                <a:cubicBezTo>
                  <a:pt x="1996" y="804"/>
                  <a:pt x="1859" y="465"/>
                  <a:pt x="1473" y="0"/>
                </a:cubicBezTo>
                <a:cubicBezTo>
                  <a:pt x="1270" y="313"/>
                  <a:pt x="1028" y="613"/>
                  <a:pt x="1009" y="965"/>
                </a:cubicBezTo>
                <a:close/>
              </a:path>
            </a:pathLst>
          </a:custGeom>
          <a:blipFill rotWithShape="0">
            <a:blip r:embed="rId6"/>
            <a:tile tx="0" ty="0" sx="100000" sy="100000" algn="ctr"/>
          </a:blipFill>
          <a:ln w="0">
            <a:noFill/>
          </a:ln>
        </p:spPr>
        <p:txBody>
          <a:bodyPr lIns="90000" rIns="90000" tIns="45000" bIns="45000" anchor="ctr" anchorCtr="1">
            <a:noAutofit/>
          </a:bodyPr>
          <a:p>
            <a:pPr algn="ctr">
              <a:lnSpc>
                <a:spcPct val="100000"/>
              </a:lnSpc>
            </a:pPr>
            <a:r>
              <a:rPr b="1" lang="fr-FR" sz="3200" spc="-1" strike="noStrike">
                <a:solidFill>
                  <a:srgbClr val="780373"/>
                </a:solidFill>
                <a:latin typeface="Linux Biolinum Keyboard O"/>
              </a:rPr>
              <a:t>5</a:t>
            </a:r>
            <a:endParaRPr b="0" lang="fr-FR" sz="3200" spc="-1" strike="noStrike">
              <a:solidFill>
                <a:srgbClr val="ffffff"/>
              </a:solidFill>
              <a:latin typeface="Arial"/>
            </a:endParaRPr>
          </a:p>
        </p:txBody>
      </p:sp>
      <p:sp>
        <p:nvSpPr>
          <p:cNvPr id="3" name="PlaceHolder 2"/>
          <p:cNvSpPr>
            <a:spLocks noGrp="1"/>
          </p:cNvSpPr>
          <p:nvPr>
            <p:ph type="ftr" idx="5"/>
          </p:nvPr>
        </p:nvSpPr>
        <p:spPr/>
        <p:txBody>
          <a:bodyPr/>
          <a:p>
            <a:r>
              <a:t>Blog-Pro-DA</a:t>
            </a:r>
          </a:p>
        </p:txBody>
      </p:sp>
      <p:sp>
        <p:nvSpPr>
          <p:cNvPr id="4" name="PlaceHolder 3"/>
          <p:cNvSpPr>
            <a:spLocks noGrp="1"/>
          </p:cNvSpPr>
          <p:nvPr>
            <p:ph type="sldNum" idx="6"/>
          </p:nvPr>
        </p:nvSpPr>
        <p:spPr/>
        <p:txBody>
          <a:bodyPr/>
          <a:p>
            <a:fld id="{CE67E518-429F-436C-99DE-31B15D1DEDF6}" type="slidenum">
              <a:t>3</a:t>
            </a:fld>
          </a:p>
        </p:txBody>
      </p:sp>
      <p:sp>
        <p:nvSpPr>
          <p:cNvPr id="5" name="PlaceHolder 4"/>
          <p:cNvSpPr>
            <a:spLocks noGrp="1"/>
          </p:cNvSpPr>
          <p:nvPr>
            <p:ph type="dt" idx="4"/>
          </p:nvPr>
        </p:nvSpPr>
        <p:spPr/>
        <p:txBody>
          <a:bodyPr/>
          <a:p>
            <a:fld id="{DD3B9CDD-85FE-433E-A83D-88F72AA51716}" type="datetime1">
              <a:rPr lang="fr-FR"/>
              <a:t>07/02/26</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4">
                                  <p:stCondLst>
                                    <p:cond delay="0"/>
                                  </p:stCondLst>
                                  <p:childTnLst>
                                    <p:set>
                                      <p:cBhvr>
                                        <p:cTn id="6" dur="1" fill="hold">
                                          <p:stCondLst>
                                            <p:cond delay="0"/>
                                          </p:stCondLst>
                                        </p:cTn>
                                        <p:tgtEl>
                                          <p:spTgt spid="194"/>
                                        </p:tgtEl>
                                        <p:attrNameLst>
                                          <p:attrName>style.visibility</p:attrName>
                                        </p:attrNameLst>
                                      </p:cBhvr>
                                      <p:to>
                                        <p:strVal val="visible"/>
                                      </p:to>
                                    </p:set>
                                    <p:anim calcmode="lin" valueType="num">
                                      <p:cBhvr additive="repl">
                                        <p:cTn id="7" dur="500" fill="hold"/>
                                        <p:tgtEl>
                                          <p:spTgt spid="194"/>
                                        </p:tgtEl>
                                        <p:attrNameLst>
                                          <p:attrName>ppt_x</p:attrName>
                                        </p:attrNameLst>
                                      </p:cBhvr>
                                      <p:tavLst>
                                        <p:tav tm="0">
                                          <p:val>
                                            <p:strVal val="#ppt_x"/>
                                          </p:val>
                                        </p:tav>
                                        <p:tav tm="100000">
                                          <p:val>
                                            <p:strVal val="#ppt_x"/>
                                          </p:val>
                                        </p:tav>
                                      </p:tavLst>
                                    </p:anim>
                                    <p:anim calcmode="lin" valueType="num">
                                      <p:cBhvr additive="repl">
                                        <p:cTn id="8" dur="500" fill="hold"/>
                                        <p:tgtEl>
                                          <p:spTgt spid="1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6" presetSubtype="16">
                                  <p:stCondLst>
                                    <p:cond delay="0"/>
                                  </p:stCondLst>
                                  <p:childTnLst>
                                    <p:set>
                                      <p:cBhvr>
                                        <p:cTn id="12" dur="1" fill="hold">
                                          <p:stCondLst>
                                            <p:cond delay="0"/>
                                          </p:stCondLst>
                                        </p:cTn>
                                        <p:tgtEl>
                                          <p:spTgt spid="193"/>
                                        </p:tgtEl>
                                        <p:attrNameLst>
                                          <p:attrName>style.visibility</p:attrName>
                                        </p:attrNameLst>
                                      </p:cBhvr>
                                      <p:to>
                                        <p:strVal val="visible"/>
                                      </p:to>
                                    </p:set>
                                    <p:animEffect filter="circle(in)" transition="in">
                                      <p:cBhvr additive="repl">
                                        <p:cTn id="13" dur="2000"/>
                                        <p:tgtEl>
                                          <p:spTgt spid="193"/>
                                        </p:tgtEl>
                                      </p:cBhvr>
                                    </p:animEffect>
                                  </p:childTnLst>
                                </p:cTn>
                              </p:par>
                            </p:childTnLst>
                          </p:cTn>
                        </p:par>
                      </p:childTnLst>
                    </p:cTn>
                  </p:par>
                  <p:par>
                    <p:cTn id="14" fill="hold">
                      <p:stCondLst>
                        <p:cond delay="indefinite"/>
                      </p:stCondLst>
                      <p:childTnLst>
                        <p:par>
                          <p:cTn id="15" fill="hold">
                            <p:stCondLst>
                              <p:cond delay="0"/>
                            </p:stCondLst>
                            <p:childTnLst>
                              <p:par>
                                <p:cTn id="16" nodeType="clickEffect" fill="hold" presetClass="entr" presetID="2" presetSubtype="4">
                                  <p:stCondLst>
                                    <p:cond delay="0"/>
                                  </p:stCondLst>
                                  <p:childTnLst>
                                    <p:set>
                                      <p:cBhvr>
                                        <p:cTn id="17" dur="0" fill="hold">
                                          <p:stCondLst>
                                            <p:cond delay="0"/>
                                          </p:stCondLst>
                                        </p:cTn>
                                        <p:tgtEl>
                                          <p:spTgt spid="199"/>
                                        </p:tgtEl>
                                        <p:attrNameLst>
                                          <p:attrName>style.visibility</p:attrName>
                                        </p:attrNameLst>
                                      </p:cBhvr>
                                      <p:to>
                                        <p:strVal val="visible"/>
                                      </p:to>
                                    </p:set>
                                    <p:anim calcmode="lin" valueType="num">
                                      <p:cBhvr additive="repl">
                                        <p:cTn id="18" dur="125" fill="hold"/>
                                        <p:tgtEl>
                                          <p:spTgt spid="199"/>
                                        </p:tgtEl>
                                        <p:attrNameLst>
                                          <p:attrName>ppt_x</p:attrName>
                                        </p:attrNameLst>
                                      </p:cBhvr>
                                      <p:tavLst>
                                        <p:tav tm="0">
                                          <p:val>
                                            <p:strVal val="#ppt_x"/>
                                          </p:val>
                                        </p:tav>
                                        <p:tav tm="100000">
                                          <p:val>
                                            <p:strVal val="#ppt_x"/>
                                          </p:val>
                                        </p:tav>
                                      </p:tavLst>
                                    </p:anim>
                                    <p:anim calcmode="lin" valueType="num">
                                      <p:cBhvr additive="repl">
                                        <p:cTn id="19" dur="125" fill="hold"/>
                                        <p:tgtEl>
                                          <p:spTgt spid="19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nodeType="clickEffect" fill="hold" presetClass="entr" presetID="8" presetSubtype="16">
                                  <p:stCondLst>
                                    <p:cond delay="0"/>
                                  </p:stCondLst>
                                  <p:childTnLst>
                                    <p:set>
                                      <p:cBhvr>
                                        <p:cTn id="23" dur="1" fill="hold">
                                          <p:stCondLst>
                                            <p:cond delay="0"/>
                                          </p:stCondLst>
                                        </p:cTn>
                                        <p:tgtEl>
                                          <p:spTgt spid="195"/>
                                        </p:tgtEl>
                                        <p:attrNameLst>
                                          <p:attrName>style.visibility</p:attrName>
                                        </p:attrNameLst>
                                      </p:cBhvr>
                                      <p:to>
                                        <p:strVal val="visible"/>
                                      </p:to>
                                    </p:set>
                                    <p:animEffect filter="diamond(in)" transition="in">
                                      <p:cBhvr additive="repl">
                                        <p:cTn id="24" dur="2000"/>
                                        <p:tgtEl>
                                          <p:spTgt spid="195"/>
                                        </p:tgtEl>
                                      </p:cBhvr>
                                    </p:animEffec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2" presetSubtype="4">
                                  <p:stCondLst>
                                    <p:cond delay="0"/>
                                  </p:stCondLst>
                                  <p:childTnLst>
                                    <p:set>
                                      <p:cBhvr>
                                        <p:cTn id="28" dur="1" fill="hold">
                                          <p:stCondLst>
                                            <p:cond delay="0"/>
                                          </p:stCondLst>
                                        </p:cTn>
                                        <p:tgtEl>
                                          <p:spTgt spid="200"/>
                                        </p:tgtEl>
                                        <p:attrNameLst>
                                          <p:attrName>style.visibility</p:attrName>
                                        </p:attrNameLst>
                                      </p:cBhvr>
                                      <p:to>
                                        <p:strVal val="visible"/>
                                      </p:to>
                                    </p:set>
                                    <p:anim calcmode="lin" valueType="num">
                                      <p:cBhvr additive="repl">
                                        <p:cTn id="29" dur="500" fill="hold"/>
                                        <p:tgtEl>
                                          <p:spTgt spid="200"/>
                                        </p:tgtEl>
                                        <p:attrNameLst>
                                          <p:attrName>ppt_x</p:attrName>
                                        </p:attrNameLst>
                                      </p:cBhvr>
                                      <p:tavLst>
                                        <p:tav tm="0">
                                          <p:val>
                                            <p:strVal val="#ppt_x"/>
                                          </p:val>
                                        </p:tav>
                                        <p:tav tm="100000">
                                          <p:val>
                                            <p:strVal val="#ppt_x"/>
                                          </p:val>
                                        </p:tav>
                                      </p:tavLst>
                                    </p:anim>
                                    <p:anim calcmode="lin" valueType="num">
                                      <p:cBhvr additive="repl">
                                        <p:cTn id="30" dur="500" fill="hold"/>
                                        <p:tgtEl>
                                          <p:spTgt spid="20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20">
                                  <p:stCondLst>
                                    <p:cond delay="0"/>
                                  </p:stCondLst>
                                  <p:childTnLst>
                                    <p:set>
                                      <p:cBhvr>
                                        <p:cTn id="34" dur="1" fill="hold">
                                          <p:stCondLst>
                                            <p:cond delay="0"/>
                                          </p:stCondLst>
                                        </p:cTn>
                                        <p:tgtEl>
                                          <p:spTgt spid="196"/>
                                        </p:tgtEl>
                                        <p:attrNameLst>
                                          <p:attrName>style.visibility</p:attrName>
                                        </p:attrNameLst>
                                      </p:cBhvr>
                                      <p:to>
                                        <p:strVal val="visible"/>
                                      </p:to>
                                    </p:set>
                                    <p:animEffect filter="wedge" transition="in">
                                      <p:cBhvr additive="repl">
                                        <p:cTn id="35" dur="2000"/>
                                        <p:tgtEl>
                                          <p:spTgt spid="196"/>
                                        </p:tgtEl>
                                      </p:cBhvr>
                                    </p:animEffect>
                                  </p:childTnLst>
                                </p:cTn>
                              </p:par>
                            </p:childTnLst>
                          </p:cTn>
                        </p:par>
                      </p:childTnLst>
                    </p:cTn>
                  </p:par>
                  <p:par>
                    <p:cTn id="36" fill="hold">
                      <p:stCondLst>
                        <p:cond delay="indefinite"/>
                      </p:stCondLst>
                      <p:childTnLst>
                        <p:par>
                          <p:cTn id="37" fill="hold">
                            <p:stCondLst>
                              <p:cond delay="0"/>
                            </p:stCondLst>
                            <p:childTnLst>
                              <p:par>
                                <p:cTn id="38" nodeType="clickEffect" fill="hold" presetClass="entr" presetID="2" presetSubtype="4">
                                  <p:stCondLst>
                                    <p:cond delay="0"/>
                                  </p:stCondLst>
                                  <p:childTnLst>
                                    <p:set>
                                      <p:cBhvr>
                                        <p:cTn id="39" dur="1" fill="hold">
                                          <p:stCondLst>
                                            <p:cond delay="0"/>
                                          </p:stCondLst>
                                        </p:cTn>
                                        <p:tgtEl>
                                          <p:spTgt spid="201"/>
                                        </p:tgtEl>
                                        <p:attrNameLst>
                                          <p:attrName>style.visibility</p:attrName>
                                        </p:attrNameLst>
                                      </p:cBhvr>
                                      <p:to>
                                        <p:strVal val="visible"/>
                                      </p:to>
                                    </p:set>
                                    <p:anim calcmode="lin" valueType="num">
                                      <p:cBhvr additive="repl">
                                        <p:cTn id="40" dur="500" fill="hold"/>
                                        <p:tgtEl>
                                          <p:spTgt spid="201"/>
                                        </p:tgtEl>
                                        <p:attrNameLst>
                                          <p:attrName>ppt_x</p:attrName>
                                        </p:attrNameLst>
                                      </p:cBhvr>
                                      <p:tavLst>
                                        <p:tav tm="0">
                                          <p:val>
                                            <p:strVal val="#ppt_x"/>
                                          </p:val>
                                        </p:tav>
                                        <p:tav tm="100000">
                                          <p:val>
                                            <p:strVal val="#ppt_x"/>
                                          </p:val>
                                        </p:tav>
                                      </p:tavLst>
                                    </p:anim>
                                    <p:anim calcmode="lin" valueType="num">
                                      <p:cBhvr additive="repl">
                                        <p:cTn id="41" dur="500" fill="hold"/>
                                        <p:tgtEl>
                                          <p:spTgt spid="201"/>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nodeType="clickEffect" fill="hold" presetClass="entr" presetID="7" presetSubtype="4">
                                  <p:stCondLst>
                                    <p:cond delay="0"/>
                                  </p:stCondLst>
                                  <p:childTnLst>
                                    <p:set>
                                      <p:cBhvr>
                                        <p:cTn id="45" dur="1" fill="hold">
                                          <p:stCondLst>
                                            <p:cond delay="0"/>
                                          </p:stCondLst>
                                        </p:cTn>
                                        <p:tgtEl>
                                          <p:spTgt spid="197"/>
                                        </p:tgtEl>
                                        <p:attrNameLst>
                                          <p:attrName>style.visibility</p:attrName>
                                        </p:attrNameLst>
                                      </p:cBhvr>
                                      <p:to>
                                        <p:strVal val="visible"/>
                                      </p:to>
                                    </p:set>
                                    <p:anim calcmode="lin" valueType="num">
                                      <p:cBhvr additive="repl">
                                        <p:cTn id="46" dur="5000" fill="hold"/>
                                        <p:tgtEl>
                                          <p:spTgt spid="197"/>
                                        </p:tgtEl>
                                        <p:attrNameLst>
                                          <p:attrName>ppt_x</p:attrName>
                                        </p:attrNameLst>
                                      </p:cBhvr>
                                      <p:tavLst>
                                        <p:tav tm="0">
                                          <p:val>
                                            <p:strVal val="#ppt_x"/>
                                          </p:val>
                                        </p:tav>
                                        <p:tav tm="100000">
                                          <p:val>
                                            <p:strVal val="#ppt_x"/>
                                          </p:val>
                                        </p:tav>
                                      </p:tavLst>
                                    </p:anim>
                                    <p:anim calcmode="lin" valueType="num">
                                      <p:cBhvr additive="repl">
                                        <p:cTn id="47" dur="5000" fill="hold"/>
                                        <p:tgtEl>
                                          <p:spTgt spid="197"/>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nodeType="clickEffect" fill="hold" presetClass="entr" presetID="2" presetSubtype="4">
                                  <p:stCondLst>
                                    <p:cond delay="0"/>
                                  </p:stCondLst>
                                  <p:childTnLst>
                                    <p:set>
                                      <p:cBhvr>
                                        <p:cTn id="51" dur="1" fill="hold">
                                          <p:stCondLst>
                                            <p:cond delay="0"/>
                                          </p:stCondLst>
                                        </p:cTn>
                                        <p:tgtEl>
                                          <p:spTgt spid="202"/>
                                        </p:tgtEl>
                                        <p:attrNameLst>
                                          <p:attrName>style.visibility</p:attrName>
                                        </p:attrNameLst>
                                      </p:cBhvr>
                                      <p:to>
                                        <p:strVal val="visible"/>
                                      </p:to>
                                    </p:set>
                                    <p:anim calcmode="lin" valueType="num">
                                      <p:cBhvr additive="repl">
                                        <p:cTn id="52" dur="500" fill="hold"/>
                                        <p:tgtEl>
                                          <p:spTgt spid="202"/>
                                        </p:tgtEl>
                                        <p:attrNameLst>
                                          <p:attrName>ppt_x</p:attrName>
                                        </p:attrNameLst>
                                      </p:cBhvr>
                                      <p:tavLst>
                                        <p:tav tm="0">
                                          <p:val>
                                            <p:strVal val="#ppt_x"/>
                                          </p:val>
                                        </p:tav>
                                        <p:tav tm="100000">
                                          <p:val>
                                            <p:strVal val="#ppt_x"/>
                                          </p:val>
                                        </p:tav>
                                      </p:tavLst>
                                    </p:anim>
                                    <p:anim calcmode="lin" valueType="num">
                                      <p:cBhvr additive="repl">
                                        <p:cTn id="53" dur="500" fill="hold"/>
                                        <p:tgtEl>
                                          <p:spTgt spid="202"/>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nodeType="clickEffect" fill="hold" presetClass="entr" presetID="5" presetSubtype="10">
                                  <p:stCondLst>
                                    <p:cond delay="0"/>
                                  </p:stCondLst>
                                  <p:childTnLst>
                                    <p:set>
                                      <p:cBhvr>
                                        <p:cTn id="57" dur="1" fill="hold">
                                          <p:stCondLst>
                                            <p:cond delay="0"/>
                                          </p:stCondLst>
                                        </p:cTn>
                                        <p:tgtEl>
                                          <p:spTgt spid="198"/>
                                        </p:tgtEl>
                                        <p:attrNameLst>
                                          <p:attrName>style.visibility</p:attrName>
                                        </p:attrNameLst>
                                      </p:cBhvr>
                                      <p:to>
                                        <p:strVal val="visible"/>
                                      </p:to>
                                    </p:set>
                                    <p:animEffect filter="checkerboard(across)" transition="in">
                                      <p:cBhvr additive="repl">
                                        <p:cTn id="58" dur="5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2700000" y="1080000"/>
            <a:ext cx="1980000" cy="695160"/>
          </a:xfrm>
          <a:prstGeom prst="rect">
            <a:avLst/>
          </a:prstGeom>
          <a:noFill/>
          <a:ln w="0">
            <a:noFill/>
          </a:ln>
        </p:spPr>
        <p:txBody>
          <a:bodyPr lIns="0" rIns="0" tIns="0" bIns="0" anchor="ctr">
            <a:noAutofit/>
          </a:bodyPr>
          <a:p>
            <a:pPr indent="0" algn="ctr">
              <a:buNone/>
            </a:pPr>
            <a:r>
              <a:rPr b="1" lang="fr-FR" sz="2000" spc="-1" strike="noStrike">
                <a:solidFill>
                  <a:srgbClr val="000000"/>
                </a:solidFill>
                <a:latin typeface="Noto Sans"/>
              </a:rPr>
              <a:t>Présentation</a:t>
            </a:r>
            <a:br>
              <a:rPr sz="2000"/>
            </a:br>
            <a:r>
              <a:rPr b="1" lang="fr-FR" sz="2000" spc="-1" strike="noStrike">
                <a:solidFill>
                  <a:srgbClr val="000000"/>
                </a:solidFill>
                <a:latin typeface="Noto Sans"/>
              </a:rPr>
              <a:t>du projet</a:t>
            </a:r>
            <a:endParaRPr b="0" lang="fr-FR" sz="2000" spc="-1" strike="noStrike">
              <a:solidFill>
                <a:srgbClr val="000000"/>
              </a:solidFill>
              <a:latin typeface="Noto Sans"/>
            </a:endParaRPr>
          </a:p>
        </p:txBody>
      </p:sp>
      <p:sp>
        <p:nvSpPr>
          <p:cNvPr id="204" name="PlaceHolder 2"/>
          <p:cNvSpPr>
            <a:spLocks noGrp="1"/>
          </p:cNvSpPr>
          <p:nvPr>
            <p:ph type="title"/>
          </p:nvPr>
        </p:nvSpPr>
        <p:spPr>
          <a:xfrm>
            <a:off x="360000" y="137520"/>
            <a:ext cx="9360000" cy="762480"/>
          </a:xfrm>
          <a:prstGeom prst="rect">
            <a:avLst/>
          </a:prstGeom>
          <a:noFill/>
          <a:ln w="0">
            <a:noFill/>
          </a:ln>
        </p:spPr>
        <p:txBody>
          <a:bodyPr lIns="0" rIns="0" tIns="0" bIns="0" anchor="ctr">
            <a:noAutofit/>
          </a:bodyPr>
          <a:p>
            <a:pPr indent="0" algn="ctr">
              <a:buNone/>
            </a:pPr>
            <a:r>
              <a:rPr b="0" lang="fr-FR" sz="4000" spc="-1" strike="noStrike" u="sng">
                <a:solidFill>
                  <a:srgbClr val="2a6099"/>
                </a:solidFill>
                <a:uFillTx/>
                <a:latin typeface="Noto Sans Display SemiCondensed Black"/>
              </a:rPr>
              <a:t>1. Introduction</a:t>
            </a:r>
            <a:endParaRPr b="0" lang="fr-FR" sz="4000" spc="-1" strike="noStrike">
              <a:solidFill>
                <a:srgbClr val="000000"/>
              </a:solidFill>
              <a:latin typeface="Noto Sans"/>
            </a:endParaRPr>
          </a:p>
        </p:txBody>
      </p:sp>
      <p:sp>
        <p:nvSpPr>
          <p:cNvPr id="205" name="PlaceHolder 3"/>
          <p:cNvSpPr>
            <a:spLocks noGrp="1"/>
          </p:cNvSpPr>
          <p:nvPr>
            <p:ph type="title"/>
          </p:nvPr>
        </p:nvSpPr>
        <p:spPr>
          <a:xfrm>
            <a:off x="2772720" y="1941120"/>
            <a:ext cx="1954080" cy="1260000"/>
          </a:xfrm>
          <a:prstGeom prst="rect">
            <a:avLst/>
          </a:prstGeom>
          <a:noFill/>
          <a:ln w="0">
            <a:noFill/>
          </a:ln>
        </p:spPr>
        <p:txBody>
          <a:bodyPr lIns="0" rIns="0" tIns="0" bIns="0" anchor="ctr">
            <a:noAutofit/>
          </a:bodyPr>
          <a:p>
            <a:pPr indent="0" algn="ctr">
              <a:buNone/>
            </a:pPr>
            <a:br>
              <a:rPr sz="1200"/>
            </a:br>
            <a:r>
              <a:rPr b="1" lang="fr-FR" sz="2100" spc="-1" strike="noStrike">
                <a:solidFill>
                  <a:srgbClr val="c9211e"/>
                </a:solidFill>
                <a:latin typeface="Times New Roman"/>
              </a:rPr>
              <a:t>Blogue dédié aux services informatiques</a:t>
            </a:r>
            <a:endParaRPr b="0" lang="fr-FR" sz="2100" spc="-1" strike="noStrike">
              <a:solidFill>
                <a:srgbClr val="000000"/>
              </a:solidFill>
              <a:latin typeface="Noto Sans"/>
            </a:endParaRPr>
          </a:p>
        </p:txBody>
      </p:sp>
      <p:sp>
        <p:nvSpPr>
          <p:cNvPr id="206" name="PlaceHolder 4"/>
          <p:cNvSpPr>
            <a:spLocks noGrp="1"/>
          </p:cNvSpPr>
          <p:nvPr>
            <p:ph type="title"/>
          </p:nvPr>
        </p:nvSpPr>
        <p:spPr>
          <a:xfrm>
            <a:off x="5256360" y="1620000"/>
            <a:ext cx="1954080" cy="2572200"/>
          </a:xfrm>
          <a:prstGeom prst="rect">
            <a:avLst/>
          </a:prstGeom>
          <a:noFill/>
          <a:ln w="0">
            <a:noFill/>
          </a:ln>
        </p:spPr>
        <p:txBody>
          <a:bodyPr lIns="0" rIns="0" tIns="0" bIns="0" anchor="ctr">
            <a:noAutofit/>
          </a:bodyPr>
          <a:p>
            <a:pPr indent="0" algn="ctr">
              <a:spcBef>
                <a:spcPts val="1191"/>
              </a:spcBef>
              <a:spcAft>
                <a:spcPts val="992"/>
              </a:spcAft>
              <a:buNone/>
            </a:pPr>
            <a:br>
              <a:rPr sz="1200"/>
            </a:br>
            <a:r>
              <a:rPr b="1" lang="fr-FR" sz="2100" spc="-1" strike="noStrike">
                <a:solidFill>
                  <a:srgbClr val="ffffff"/>
                </a:solidFill>
                <a:latin typeface="Times New Roman"/>
              </a:rPr>
              <a:t>Créer une vitrine numérique efficace pour exposer des compétences en maintenance et développement</a:t>
            </a:r>
            <a:endParaRPr b="0" lang="fr-FR" sz="2100" spc="-1" strike="noStrike">
              <a:solidFill>
                <a:srgbClr val="000000"/>
              </a:solidFill>
              <a:latin typeface="Noto Sans"/>
            </a:endParaRPr>
          </a:p>
        </p:txBody>
      </p:sp>
      <p:sp>
        <p:nvSpPr>
          <p:cNvPr id="207" name="PlaceHolder 5"/>
          <p:cNvSpPr>
            <a:spLocks noGrp="1"/>
          </p:cNvSpPr>
          <p:nvPr>
            <p:ph type="title"/>
          </p:nvPr>
        </p:nvSpPr>
        <p:spPr>
          <a:xfrm>
            <a:off x="5256360" y="972000"/>
            <a:ext cx="1583640" cy="648000"/>
          </a:xfrm>
          <a:prstGeom prst="rect">
            <a:avLst/>
          </a:prstGeom>
          <a:noFill/>
          <a:ln w="0">
            <a:noFill/>
          </a:ln>
        </p:spPr>
        <p:txBody>
          <a:bodyPr lIns="0" rIns="0" tIns="0" bIns="0" anchor="ctr">
            <a:noAutofit/>
          </a:bodyPr>
          <a:p>
            <a:pPr indent="0" algn="ctr">
              <a:spcBef>
                <a:spcPts val="1191"/>
              </a:spcBef>
              <a:spcAft>
                <a:spcPts val="992"/>
              </a:spcAft>
              <a:buNone/>
            </a:pPr>
            <a:r>
              <a:rPr b="1" lang="fr-FR" sz="2000" spc="-1" strike="noStrike">
                <a:solidFill>
                  <a:srgbClr val="ffff00"/>
                </a:solidFill>
                <a:latin typeface="Noto Sans"/>
              </a:rPr>
              <a:t>Objectif</a:t>
            </a:r>
            <a:endParaRPr b="0" lang="fr-FR" sz="2000" spc="-1" strike="noStrike">
              <a:solidFill>
                <a:srgbClr val="000000"/>
              </a:solidFill>
              <a:latin typeface="Noto Sans"/>
            </a:endParaRPr>
          </a:p>
        </p:txBody>
      </p:sp>
      <p:sp>
        <p:nvSpPr>
          <p:cNvPr id="208" name="PlaceHolder 6"/>
          <p:cNvSpPr>
            <a:spLocks noGrp="1"/>
          </p:cNvSpPr>
          <p:nvPr>
            <p:ph type="title"/>
          </p:nvPr>
        </p:nvSpPr>
        <p:spPr>
          <a:xfrm>
            <a:off x="78120" y="1167480"/>
            <a:ext cx="1980000" cy="695160"/>
          </a:xfrm>
          <a:prstGeom prst="rect">
            <a:avLst/>
          </a:prstGeom>
          <a:noFill/>
          <a:ln w="0">
            <a:noFill/>
          </a:ln>
        </p:spPr>
        <p:txBody>
          <a:bodyPr lIns="0" rIns="0" tIns="0" bIns="0" anchor="ctr">
            <a:noAutofit/>
          </a:bodyPr>
          <a:p>
            <a:pPr indent="0" algn="ctr">
              <a:spcBef>
                <a:spcPts val="1191"/>
              </a:spcBef>
              <a:spcAft>
                <a:spcPts val="992"/>
              </a:spcAft>
              <a:buNone/>
            </a:pPr>
            <a:r>
              <a:rPr b="1" lang="fr-FR" sz="2000" spc="-1" strike="noStrike">
                <a:solidFill>
                  <a:srgbClr val="ffffff"/>
                </a:solidFill>
                <a:latin typeface="Noto Sans"/>
              </a:rPr>
              <a:t>Contexte du projet</a:t>
            </a:r>
            <a:endParaRPr b="0" lang="fr-FR" sz="2000" spc="-1" strike="noStrike">
              <a:solidFill>
                <a:srgbClr val="000000"/>
              </a:solidFill>
              <a:latin typeface="Noto Sans"/>
            </a:endParaRPr>
          </a:p>
        </p:txBody>
      </p:sp>
      <p:sp>
        <p:nvSpPr>
          <p:cNvPr id="209" name="PlaceHolder 7"/>
          <p:cNvSpPr>
            <a:spLocks noGrp="1"/>
          </p:cNvSpPr>
          <p:nvPr>
            <p:ph type="title"/>
          </p:nvPr>
        </p:nvSpPr>
        <p:spPr>
          <a:xfrm>
            <a:off x="180000" y="1897200"/>
            <a:ext cx="1954080" cy="2133720"/>
          </a:xfrm>
          <a:prstGeom prst="rect">
            <a:avLst/>
          </a:prstGeom>
          <a:noFill/>
          <a:ln w="0">
            <a:noFill/>
          </a:ln>
        </p:spPr>
        <p:txBody>
          <a:bodyPr lIns="0" rIns="0" tIns="0" bIns="0" anchor="ctr">
            <a:noAutofit/>
          </a:bodyPr>
          <a:p>
            <a:pPr indent="0" algn="ctr">
              <a:spcBef>
                <a:spcPts val="1191"/>
              </a:spcBef>
              <a:spcAft>
                <a:spcPts val="992"/>
              </a:spcAft>
              <a:buNone/>
            </a:pPr>
            <a:r>
              <a:rPr b="1" lang="fr-FR" sz="2100" spc="-1" strike="noStrike">
                <a:solidFill>
                  <a:srgbClr val="000000"/>
                </a:solidFill>
                <a:latin typeface="Times New Roman"/>
              </a:rPr>
              <a:t>Présentation du besoin d'une présence en ligne pour un professionnel de l'informatique</a:t>
            </a:r>
            <a:endParaRPr b="0" lang="fr-FR" sz="2100" spc="-1" strike="noStrike">
              <a:solidFill>
                <a:srgbClr val="000000"/>
              </a:solidFill>
              <a:latin typeface="Noto Sans"/>
            </a:endParaRPr>
          </a:p>
        </p:txBody>
      </p:sp>
      <p:sp>
        <p:nvSpPr>
          <p:cNvPr id="210" name="PlaceHolder 8"/>
          <p:cNvSpPr>
            <a:spLocks noGrp="1"/>
          </p:cNvSpPr>
          <p:nvPr>
            <p:ph type="title"/>
          </p:nvPr>
        </p:nvSpPr>
        <p:spPr>
          <a:xfrm>
            <a:off x="7920000" y="1080000"/>
            <a:ext cx="1980000" cy="648000"/>
          </a:xfrm>
          <a:prstGeom prst="rect">
            <a:avLst/>
          </a:prstGeom>
          <a:noFill/>
          <a:ln w="0">
            <a:noFill/>
          </a:ln>
        </p:spPr>
        <p:txBody>
          <a:bodyPr lIns="0" rIns="0" tIns="0" bIns="0" anchor="ctr">
            <a:noAutofit/>
          </a:bodyPr>
          <a:p>
            <a:pPr indent="0" algn="ctr">
              <a:spcBef>
                <a:spcPts val="1191"/>
              </a:spcBef>
              <a:spcAft>
                <a:spcPts val="992"/>
              </a:spcAft>
              <a:buNone/>
            </a:pPr>
            <a:r>
              <a:rPr b="1" lang="fr-FR" sz="1800" spc="-1" strike="noStrike">
                <a:solidFill>
                  <a:srgbClr val="000000"/>
                </a:solidFill>
                <a:latin typeface="Noto Sans"/>
              </a:rPr>
              <a:t>Problématique</a:t>
            </a:r>
            <a:endParaRPr b="0" lang="fr-FR" sz="1800" spc="-1" strike="noStrike">
              <a:solidFill>
                <a:srgbClr val="000000"/>
              </a:solidFill>
              <a:latin typeface="Noto Sans"/>
            </a:endParaRPr>
          </a:p>
        </p:txBody>
      </p:sp>
      <p:sp>
        <p:nvSpPr>
          <p:cNvPr id="211" name="PlaceHolder 9"/>
          <p:cNvSpPr>
            <a:spLocks noGrp="1"/>
          </p:cNvSpPr>
          <p:nvPr>
            <p:ph type="title"/>
          </p:nvPr>
        </p:nvSpPr>
        <p:spPr>
          <a:xfrm>
            <a:off x="5256720" y="972000"/>
            <a:ext cx="1583640" cy="648000"/>
          </a:xfrm>
          <a:prstGeom prst="rect">
            <a:avLst/>
          </a:prstGeom>
          <a:noFill/>
          <a:ln w="0">
            <a:noFill/>
          </a:ln>
        </p:spPr>
        <p:txBody>
          <a:bodyPr lIns="0" rIns="0" tIns="0" bIns="0" anchor="ctr">
            <a:noAutofit/>
          </a:bodyPr>
          <a:p>
            <a:pPr indent="0" algn="ctr">
              <a:spcBef>
                <a:spcPts val="1191"/>
              </a:spcBef>
              <a:spcAft>
                <a:spcPts val="992"/>
              </a:spcAft>
              <a:buNone/>
            </a:pPr>
            <a:r>
              <a:rPr b="1" lang="fr-FR" sz="2000" spc="-1" strike="noStrike">
                <a:solidFill>
                  <a:srgbClr val="ffff00"/>
                </a:solidFill>
                <a:latin typeface="Noto Sans"/>
              </a:rPr>
              <a:t>Objectif</a:t>
            </a:r>
            <a:endParaRPr b="0" lang="fr-FR" sz="2000" spc="-1" strike="noStrike">
              <a:solidFill>
                <a:srgbClr val="000000"/>
              </a:solidFill>
              <a:latin typeface="Noto Sans"/>
            </a:endParaRPr>
          </a:p>
        </p:txBody>
      </p:sp>
      <p:pic>
        <p:nvPicPr>
          <p:cNvPr id="212" name="" descr=""/>
          <p:cNvPicPr/>
          <p:nvPr/>
        </p:nvPicPr>
        <p:blipFill>
          <a:blip r:embed="rId1"/>
          <a:stretch/>
        </p:blipFill>
        <p:spPr>
          <a:xfrm>
            <a:off x="7560000" y="1752480"/>
            <a:ext cx="2520000" cy="2927520"/>
          </a:xfrm>
          <a:prstGeom prst="rect">
            <a:avLst/>
          </a:prstGeom>
          <a:ln w="18000">
            <a:noFill/>
          </a:ln>
        </p:spPr>
      </p:pic>
      <p:sp>
        <p:nvSpPr>
          <p:cNvPr id="11" name="PlaceHolder 10"/>
          <p:cNvSpPr>
            <a:spLocks noGrp="1"/>
          </p:cNvSpPr>
          <p:nvPr>
            <p:ph type="ftr" idx="11"/>
          </p:nvPr>
        </p:nvSpPr>
        <p:spPr/>
        <p:txBody>
          <a:bodyPr/>
          <a:p>
            <a:r>
              <a:t>Blog-Pro-DA</a:t>
            </a:r>
          </a:p>
        </p:txBody>
      </p:sp>
      <p:sp>
        <p:nvSpPr>
          <p:cNvPr id="12" name="PlaceHolder 11"/>
          <p:cNvSpPr>
            <a:spLocks noGrp="1"/>
          </p:cNvSpPr>
          <p:nvPr>
            <p:ph type="sldNum" idx="12"/>
          </p:nvPr>
        </p:nvSpPr>
        <p:spPr/>
        <p:txBody>
          <a:bodyPr/>
          <a:p>
            <a:fld id="{54CA5990-1FC6-4DF8-853C-E71C0F24813B}" type="slidenum">
              <a:t>4</a:t>
            </a:fld>
          </a:p>
        </p:txBody>
      </p:sp>
      <p:sp>
        <p:nvSpPr>
          <p:cNvPr id="13" name="PlaceHolder 12"/>
          <p:cNvSpPr>
            <a:spLocks noGrp="1"/>
          </p:cNvSpPr>
          <p:nvPr>
            <p:ph type="dt" idx="10"/>
          </p:nvPr>
        </p:nvSpPr>
        <p:spPr/>
        <p:txBody>
          <a:bodyPr/>
          <a:p>
            <a:fld id="{E1716A34-369D-4A6D-ADE5-4D10A50BDE73}" type="datetime1">
              <a:rPr lang="fr-FR"/>
              <a:t>07/02/26</a:t>
            </a:fld>
          </a:p>
        </p:txBody>
      </p:sp>
    </p:spTree>
  </p:cSld>
  <mc:AlternateContent>
    <mc:Choice Requires="p14">
      <p:transition spd="slow" p14:dur="2000">
        <p14:prism/>
      </p:transition>
    </mc:Choice>
    <mc:Fallback>
      <p:transition spd="slow">
        <p:fade/>
      </p:transition>
    </mc:Fallback>
  </mc:AlternateContent>
  <p:timing>
    <p:tnLst>
      <p:par>
        <p:cTn id="59" dur="indefinite" restart="never" nodeType="tmRoot">
          <p:childTnLst>
            <p:seq>
              <p:cTn id="60" dur="indefinite" nodeType="mainSeq">
                <p:childTnLst>
                  <p:par>
                    <p:cTn id="61" fill="hold">
                      <p:stCondLst>
                        <p:cond delay="indefinite"/>
                      </p:stCondLst>
                      <p:childTnLst>
                        <p:par>
                          <p:cTn id="62" fill="hold">
                            <p:stCondLst>
                              <p:cond delay="0"/>
                            </p:stCondLst>
                            <p:childTnLst>
                              <p:par>
                                <p:cTn id="63" nodeType="clickEffect" fill="hold" presetClass="entr" presetID="2" presetSubtype="4">
                                  <p:stCondLst>
                                    <p:cond delay="0"/>
                                  </p:stCondLst>
                                  <p:childTnLst>
                                    <p:set>
                                      <p:cBhvr>
                                        <p:cTn id="64" dur="1" fill="hold">
                                          <p:stCondLst>
                                            <p:cond delay="0"/>
                                          </p:stCondLst>
                                        </p:cTn>
                                        <p:tgtEl>
                                          <p:spTgt spid="208">
                                            <p:txEl>
                                              <p:pRg st="0" end="0"/>
                                            </p:txEl>
                                          </p:spTgt>
                                        </p:tgtEl>
                                        <p:attrNameLst>
                                          <p:attrName>style.visibility</p:attrName>
                                        </p:attrNameLst>
                                      </p:cBhvr>
                                      <p:to>
                                        <p:strVal val="visible"/>
                                      </p:to>
                                    </p:set>
                                    <p:anim calcmode="lin" valueType="num">
                                      <p:cBhvr additive="repl">
                                        <p:cTn id="65" dur="500" fill="hold"/>
                                        <p:tgtEl>
                                          <p:spTgt spid="208">
                                            <p:txEl>
                                              <p:pRg st="0" end="0"/>
                                            </p:txEl>
                                          </p:spTgt>
                                        </p:tgtEl>
                                        <p:attrNameLst>
                                          <p:attrName>ppt_x</p:attrName>
                                        </p:attrNameLst>
                                      </p:cBhvr>
                                      <p:tavLst>
                                        <p:tav tm="0">
                                          <p:val>
                                            <p:strVal val="#ppt_x"/>
                                          </p:val>
                                        </p:tav>
                                        <p:tav tm="100000">
                                          <p:val>
                                            <p:strVal val="#ppt_x"/>
                                          </p:val>
                                        </p:tav>
                                      </p:tavLst>
                                    </p:anim>
                                    <p:anim calcmode="lin" valueType="num">
                                      <p:cBhvr additive="repl">
                                        <p:cTn id="66" dur="500" fill="hold"/>
                                        <p:tgtEl>
                                          <p:spTgt spid="2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3" presetSubtype="10">
                                  <p:stCondLst>
                                    <p:cond delay="0"/>
                                  </p:stCondLst>
                                  <p:childTnLst>
                                    <p:set>
                                      <p:cBhvr>
                                        <p:cTn id="70" dur="1" fill="hold">
                                          <p:stCondLst>
                                            <p:cond delay="0"/>
                                          </p:stCondLst>
                                        </p:cTn>
                                        <p:tgtEl>
                                          <p:spTgt spid="209">
                                            <p:txEl>
                                              <p:pRg st="0" end="0"/>
                                            </p:txEl>
                                          </p:spTgt>
                                        </p:tgtEl>
                                        <p:attrNameLst>
                                          <p:attrName>style.visibility</p:attrName>
                                        </p:attrNameLst>
                                      </p:cBhvr>
                                      <p:to>
                                        <p:strVal val="visible"/>
                                      </p:to>
                                    </p:set>
                                    <p:animEffect filter="blinds(horizontal)" transition="in">
                                      <p:cBhvr additive="repl">
                                        <p:cTn id="71" dur="500"/>
                                        <p:tgtEl>
                                          <p:spTgt spid="209">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nodeType="clickEffect" fill="hold" presetClass="entr" presetID="2" presetSubtype="6">
                                  <p:stCondLst>
                                    <p:cond delay="0"/>
                                  </p:stCondLst>
                                  <p:childTnLst>
                                    <p:set>
                                      <p:cBhvr>
                                        <p:cTn id="75" dur="1" fill="hold">
                                          <p:stCondLst>
                                            <p:cond delay="0"/>
                                          </p:stCondLst>
                                        </p:cTn>
                                        <p:tgtEl>
                                          <p:spTgt spid="203">
                                            <p:txEl>
                                              <p:pRg st="0" end="0"/>
                                            </p:txEl>
                                          </p:spTgt>
                                        </p:tgtEl>
                                        <p:attrNameLst>
                                          <p:attrName>style.visibility</p:attrName>
                                        </p:attrNameLst>
                                      </p:cBhvr>
                                      <p:to>
                                        <p:strVal val="visible"/>
                                      </p:to>
                                    </p:set>
                                    <p:anim calcmode="lin" valueType="num">
                                      <p:cBhvr additive="repl">
                                        <p:cTn id="76" dur="500" fill="hold"/>
                                        <p:tgtEl>
                                          <p:spTgt spid="203">
                                            <p:txEl>
                                              <p:pRg st="0" end="0"/>
                                            </p:txEl>
                                          </p:spTgt>
                                        </p:tgtEl>
                                        <p:attrNameLst>
                                          <p:attrName>ppt_x</p:attrName>
                                        </p:attrNameLst>
                                      </p:cBhvr>
                                      <p:tavLst>
                                        <p:tav tm="0">
                                          <p:val>
                                            <p:strVal val="1+#ppt_w/2"/>
                                          </p:val>
                                        </p:tav>
                                        <p:tav tm="100000">
                                          <p:val>
                                            <p:strVal val="#ppt_x"/>
                                          </p:val>
                                        </p:tav>
                                      </p:tavLst>
                                    </p:anim>
                                    <p:anim calcmode="lin" valueType="num">
                                      <p:cBhvr additive="repl">
                                        <p:cTn id="77" dur="500" fill="hold"/>
                                        <p:tgtEl>
                                          <p:spTgt spid="2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nodeType="clickEffect" fill="hold" presetClass="entr" presetID="4" presetSubtype="16">
                                  <p:stCondLst>
                                    <p:cond delay="0"/>
                                  </p:stCondLst>
                                  <p:childTnLst>
                                    <p:set>
                                      <p:cBhvr>
                                        <p:cTn id="81" dur="1" fill="hold">
                                          <p:stCondLst>
                                            <p:cond delay="0"/>
                                          </p:stCondLst>
                                        </p:cTn>
                                        <p:tgtEl>
                                          <p:spTgt spid="205">
                                            <p:txEl>
                                              <p:pRg st="0" end="0"/>
                                            </p:txEl>
                                          </p:spTgt>
                                        </p:tgtEl>
                                        <p:attrNameLst>
                                          <p:attrName>style.visibility</p:attrName>
                                        </p:attrNameLst>
                                      </p:cBhvr>
                                      <p:to>
                                        <p:strVal val="visible"/>
                                      </p:to>
                                    </p:set>
                                    <p:animEffect filter="box(in)" transition="in">
                                      <p:cBhvr additive="repl">
                                        <p:cTn id="82" dur="500"/>
                                        <p:tgtEl>
                                          <p:spTgt spid="205">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2" presetSubtype="9">
                                  <p:stCondLst>
                                    <p:cond delay="0"/>
                                  </p:stCondLst>
                                  <p:childTnLst>
                                    <p:set>
                                      <p:cBhvr>
                                        <p:cTn id="86" dur="1" fill="hold">
                                          <p:stCondLst>
                                            <p:cond delay="0"/>
                                          </p:stCondLst>
                                        </p:cTn>
                                        <p:tgtEl>
                                          <p:spTgt spid="211">
                                            <p:txEl>
                                              <p:pRg st="0" end="0"/>
                                            </p:txEl>
                                          </p:spTgt>
                                        </p:tgtEl>
                                        <p:attrNameLst>
                                          <p:attrName>style.visibility</p:attrName>
                                        </p:attrNameLst>
                                      </p:cBhvr>
                                      <p:to>
                                        <p:strVal val="visible"/>
                                      </p:to>
                                    </p:set>
                                    <p:anim calcmode="lin" valueType="num">
                                      <p:cBhvr additive="repl">
                                        <p:cTn id="87" dur="500" fill="hold"/>
                                        <p:tgtEl>
                                          <p:spTgt spid="211">
                                            <p:txEl>
                                              <p:pRg st="0" end="0"/>
                                            </p:txEl>
                                          </p:spTgt>
                                        </p:tgtEl>
                                        <p:attrNameLst>
                                          <p:attrName>ppt_x</p:attrName>
                                        </p:attrNameLst>
                                      </p:cBhvr>
                                      <p:tavLst>
                                        <p:tav tm="0">
                                          <p:val>
                                            <p:strVal val="0-#ppt_w/2"/>
                                          </p:val>
                                        </p:tav>
                                        <p:tav tm="100000">
                                          <p:val>
                                            <p:strVal val="#ppt_x"/>
                                          </p:val>
                                        </p:tav>
                                      </p:tavLst>
                                    </p:anim>
                                    <p:anim calcmode="lin" valueType="num">
                                      <p:cBhvr additive="repl">
                                        <p:cTn id="88" dur="500" fill="hold"/>
                                        <p:tgtEl>
                                          <p:spTgt spid="21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6" presetSubtype="16">
                                  <p:stCondLst>
                                    <p:cond delay="0"/>
                                  </p:stCondLst>
                                  <p:childTnLst>
                                    <p:set>
                                      <p:cBhvr>
                                        <p:cTn id="92" dur="1" fill="hold">
                                          <p:stCondLst>
                                            <p:cond delay="0"/>
                                          </p:stCondLst>
                                        </p:cTn>
                                        <p:tgtEl>
                                          <p:spTgt spid="206">
                                            <p:txEl>
                                              <p:pRg st="0" end="0"/>
                                            </p:txEl>
                                          </p:spTgt>
                                        </p:tgtEl>
                                        <p:attrNameLst>
                                          <p:attrName>style.visibility</p:attrName>
                                        </p:attrNameLst>
                                      </p:cBhvr>
                                      <p:to>
                                        <p:strVal val="visible"/>
                                      </p:to>
                                    </p:set>
                                    <p:animEffect filter="circle(in)" transition="in">
                                      <p:cBhvr additive="repl">
                                        <p:cTn id="93" dur="2000"/>
                                        <p:tgtEl>
                                          <p:spTgt spid="206">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nodeType="clickEffect" fill="hold" presetClass="entr" presetID="2" presetSubtype="12">
                                  <p:stCondLst>
                                    <p:cond delay="0"/>
                                  </p:stCondLst>
                                  <p:childTnLst>
                                    <p:set>
                                      <p:cBhvr>
                                        <p:cTn id="97" dur="1" fill="hold">
                                          <p:stCondLst>
                                            <p:cond delay="0"/>
                                          </p:stCondLst>
                                        </p:cTn>
                                        <p:tgtEl>
                                          <p:spTgt spid="210">
                                            <p:txEl>
                                              <p:pRg st="0" end="0"/>
                                            </p:txEl>
                                          </p:spTgt>
                                        </p:tgtEl>
                                        <p:attrNameLst>
                                          <p:attrName>style.visibility</p:attrName>
                                        </p:attrNameLst>
                                      </p:cBhvr>
                                      <p:to>
                                        <p:strVal val="visible"/>
                                      </p:to>
                                    </p:set>
                                    <p:anim calcmode="lin" valueType="num">
                                      <p:cBhvr additive="repl">
                                        <p:cTn id="98" dur="500" fill="hold"/>
                                        <p:tgtEl>
                                          <p:spTgt spid="210">
                                            <p:txEl>
                                              <p:pRg st="0" end="0"/>
                                            </p:txEl>
                                          </p:spTgt>
                                        </p:tgtEl>
                                        <p:attrNameLst>
                                          <p:attrName>ppt_x</p:attrName>
                                        </p:attrNameLst>
                                      </p:cBhvr>
                                      <p:tavLst>
                                        <p:tav tm="0">
                                          <p:val>
                                            <p:strVal val="0-#ppt_w/2"/>
                                          </p:val>
                                        </p:tav>
                                        <p:tav tm="100000">
                                          <p:val>
                                            <p:strVal val="#ppt_x"/>
                                          </p:val>
                                        </p:tav>
                                      </p:tavLst>
                                    </p:anim>
                                    <p:anim calcmode="lin" valueType="num">
                                      <p:cBhvr additive="repl">
                                        <p:cTn id="99" dur="500" fill="hold"/>
                                        <p:tgtEl>
                                          <p:spTgt spid="2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nodeType="clickEffect" fill="hold" presetClass="entr" presetID="9">
                                  <p:stCondLst>
                                    <p:cond delay="0"/>
                                  </p:stCondLst>
                                  <p:childTnLst>
                                    <p:set>
                                      <p:cBhvr>
                                        <p:cTn id="103" dur="1" fill="hold">
                                          <p:stCondLst>
                                            <p:cond delay="0"/>
                                          </p:stCondLst>
                                        </p:cTn>
                                        <p:tgtEl>
                                          <p:spTgt spid="212"/>
                                        </p:tgtEl>
                                        <p:attrNameLst>
                                          <p:attrName>style.visibility</p:attrName>
                                        </p:attrNameLst>
                                      </p:cBhvr>
                                      <p:to>
                                        <p:strVal val="visible"/>
                                      </p:to>
                                    </p:set>
                                    <p:animEffect filter="dissolve" transition="in">
                                      <p:cBhvr additive="repl">
                                        <p:cTn id="104" dur="5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3" name=""/>
          <p:cNvGrpSpPr/>
          <p:nvPr/>
        </p:nvGrpSpPr>
        <p:grpSpPr>
          <a:xfrm>
            <a:off x="360000" y="1839600"/>
            <a:ext cx="3254400" cy="888840"/>
            <a:chOff x="360000" y="1839600"/>
            <a:chExt cx="3254400" cy="888840"/>
          </a:xfrm>
        </p:grpSpPr>
        <p:sp>
          <p:nvSpPr>
            <p:cNvPr id="214" name=""/>
            <p:cNvSpPr/>
            <p:nvPr/>
          </p:nvSpPr>
          <p:spPr>
            <a:xfrm>
              <a:off x="469080" y="1907280"/>
              <a:ext cx="2970360" cy="762120"/>
            </a:xfrm>
            <a:custGeom>
              <a:avLst/>
              <a:gdLst/>
              <a:ahLst/>
              <a:rect l="0" t="0" r="r" b="b"/>
              <a:pathLst>
                <a:path w="8251" h="2117">
                  <a:moveTo>
                    <a:pt x="829" y="0"/>
                  </a:moveTo>
                  <a:cubicBezTo>
                    <a:pt x="829" y="127"/>
                    <a:pt x="829" y="255"/>
                    <a:pt x="829" y="382"/>
                  </a:cubicBezTo>
                  <a:cubicBezTo>
                    <a:pt x="688" y="385"/>
                    <a:pt x="549" y="419"/>
                    <a:pt x="427" y="479"/>
                  </a:cubicBezTo>
                  <a:cubicBezTo>
                    <a:pt x="298" y="543"/>
                    <a:pt x="189" y="634"/>
                    <a:pt x="114" y="745"/>
                  </a:cubicBezTo>
                  <a:cubicBezTo>
                    <a:pt x="39" y="855"/>
                    <a:pt x="0" y="981"/>
                    <a:pt x="0" y="1109"/>
                  </a:cubicBezTo>
                  <a:cubicBezTo>
                    <a:pt x="0" y="1237"/>
                    <a:pt x="39" y="1362"/>
                    <a:pt x="114" y="1473"/>
                  </a:cubicBezTo>
                  <a:cubicBezTo>
                    <a:pt x="189" y="1584"/>
                    <a:pt x="298" y="1675"/>
                    <a:pt x="427" y="1739"/>
                  </a:cubicBezTo>
                  <a:cubicBezTo>
                    <a:pt x="549" y="1799"/>
                    <a:pt x="688" y="1833"/>
                    <a:pt x="829" y="1836"/>
                  </a:cubicBezTo>
                  <a:cubicBezTo>
                    <a:pt x="829" y="1930"/>
                    <a:pt x="829" y="2023"/>
                    <a:pt x="829" y="2117"/>
                  </a:cubicBezTo>
                  <a:cubicBezTo>
                    <a:pt x="3006" y="2117"/>
                    <a:pt x="5183" y="2117"/>
                    <a:pt x="7360" y="2117"/>
                  </a:cubicBezTo>
                  <a:cubicBezTo>
                    <a:pt x="7360" y="1867"/>
                    <a:pt x="7360" y="1617"/>
                    <a:pt x="7360" y="1367"/>
                  </a:cubicBezTo>
                  <a:cubicBezTo>
                    <a:pt x="7657" y="1270"/>
                    <a:pt x="7953" y="1172"/>
                    <a:pt x="8251" y="1075"/>
                  </a:cubicBezTo>
                  <a:cubicBezTo>
                    <a:pt x="7953" y="971"/>
                    <a:pt x="7657" y="866"/>
                    <a:pt x="7360" y="762"/>
                  </a:cubicBezTo>
                  <a:cubicBezTo>
                    <a:pt x="7360" y="508"/>
                    <a:pt x="7360" y="254"/>
                    <a:pt x="7360" y="0"/>
                  </a:cubicBezTo>
                  <a:cubicBezTo>
                    <a:pt x="5183" y="0"/>
                    <a:pt x="3006" y="0"/>
                    <a:pt x="829" y="0"/>
                  </a:cubicBezTo>
                  <a:close/>
                </a:path>
              </a:pathLst>
            </a:custGeom>
            <a:solidFill>
              <a:srgbClr val="f8b621"/>
            </a:solidFill>
            <a:ln w="0">
              <a:noFill/>
            </a:ln>
          </p:spPr>
          <p:txBody>
            <a:bodyPr lIns="90000" rIns="90000" tIns="45000" bIns="45000" anchor="ctr" anchorCtr="1">
              <a:noAutofit/>
            </a:bodyPr>
            <a:p>
              <a:pPr algn="ctr">
                <a:spcBef>
                  <a:spcPts val="1191"/>
                </a:spcBef>
                <a:spcAft>
                  <a:spcPts val="992"/>
                </a:spcAft>
              </a:pPr>
              <a:r>
                <a:rPr b="1" lang="fr-FR" sz="1600" spc="-1" strike="noStrike">
                  <a:solidFill>
                    <a:srgbClr val="000000"/>
                  </a:solidFill>
                  <a:latin typeface="Gentium"/>
                </a:rPr>
                <a:t>Technologies </a:t>
              </a:r>
              <a:endParaRPr b="0" lang="fr-FR" sz="1600" spc="-1" strike="noStrike">
                <a:solidFill>
                  <a:srgbClr val="000000"/>
                </a:solidFill>
                <a:latin typeface="Noto Sans"/>
              </a:endParaRPr>
            </a:p>
            <a:p>
              <a:pPr algn="ctr">
                <a:spcBef>
                  <a:spcPts val="1191"/>
                </a:spcBef>
                <a:spcAft>
                  <a:spcPts val="992"/>
                </a:spcAft>
              </a:pPr>
              <a:r>
                <a:rPr b="1" lang="fr-FR" sz="2100" spc="-1" strike="noStrike">
                  <a:solidFill>
                    <a:srgbClr val="000000"/>
                  </a:solidFill>
                  <a:latin typeface="Gentium"/>
                </a:rPr>
                <a:t>Front-End</a:t>
              </a:r>
              <a:endParaRPr b="0" lang="fr-FR" sz="2100" spc="-1" strike="noStrike">
                <a:solidFill>
                  <a:srgbClr val="000000"/>
                </a:solidFill>
                <a:latin typeface="Noto Sans"/>
              </a:endParaRPr>
            </a:p>
          </p:txBody>
        </p:sp>
        <p:sp>
          <p:nvSpPr>
            <p:cNvPr id="215" name=""/>
            <p:cNvSpPr/>
            <p:nvPr/>
          </p:nvSpPr>
          <p:spPr>
            <a:xfrm>
              <a:off x="514440" y="2101680"/>
              <a:ext cx="475920" cy="404640"/>
            </a:xfrm>
            <a:custGeom>
              <a:avLst/>
              <a:gdLst/>
              <a:ahLst/>
              <a:rect l="0" t="0" r="r" b="b"/>
              <a:pathLst>
                <a:path w="1322" h="1124">
                  <a:moveTo>
                    <a:pt x="1322" y="562"/>
                  </a:moveTo>
                  <a:cubicBezTo>
                    <a:pt x="1322" y="660"/>
                    <a:pt x="1291" y="757"/>
                    <a:pt x="1234" y="843"/>
                  </a:cubicBezTo>
                  <a:cubicBezTo>
                    <a:pt x="1175" y="928"/>
                    <a:pt x="1091" y="999"/>
                    <a:pt x="992" y="1049"/>
                  </a:cubicBezTo>
                  <a:cubicBezTo>
                    <a:pt x="892" y="1098"/>
                    <a:pt x="777" y="1124"/>
                    <a:pt x="661" y="1124"/>
                  </a:cubicBezTo>
                  <a:cubicBezTo>
                    <a:pt x="545" y="1124"/>
                    <a:pt x="430" y="1098"/>
                    <a:pt x="331" y="1049"/>
                  </a:cubicBezTo>
                  <a:cubicBezTo>
                    <a:pt x="229" y="999"/>
                    <a:pt x="146" y="928"/>
                    <a:pt x="88" y="843"/>
                  </a:cubicBezTo>
                  <a:cubicBezTo>
                    <a:pt x="31" y="757"/>
                    <a:pt x="0" y="660"/>
                    <a:pt x="0" y="562"/>
                  </a:cubicBezTo>
                  <a:cubicBezTo>
                    <a:pt x="0" y="463"/>
                    <a:pt x="31" y="366"/>
                    <a:pt x="88" y="281"/>
                  </a:cubicBezTo>
                  <a:cubicBezTo>
                    <a:pt x="146" y="195"/>
                    <a:pt x="229" y="124"/>
                    <a:pt x="331" y="75"/>
                  </a:cubicBezTo>
                  <a:cubicBezTo>
                    <a:pt x="430" y="26"/>
                    <a:pt x="545" y="0"/>
                    <a:pt x="661" y="0"/>
                  </a:cubicBezTo>
                  <a:cubicBezTo>
                    <a:pt x="777" y="0"/>
                    <a:pt x="892" y="26"/>
                    <a:pt x="992" y="75"/>
                  </a:cubicBezTo>
                  <a:cubicBezTo>
                    <a:pt x="1091" y="124"/>
                    <a:pt x="1175" y="195"/>
                    <a:pt x="1234" y="281"/>
                  </a:cubicBezTo>
                  <a:cubicBezTo>
                    <a:pt x="1291" y="366"/>
                    <a:pt x="1322" y="463"/>
                    <a:pt x="1322" y="562"/>
                  </a:cubicBezTo>
                  <a:close/>
                </a:path>
              </a:pathLst>
            </a:custGeom>
            <a:solidFill>
              <a:srgbClr val="ffffff"/>
            </a:solidFill>
            <a:ln w="0">
              <a:noFill/>
            </a:ln>
          </p:spPr>
          <p:txBody>
            <a:bodyPr lIns="90000" rIns="90000" tIns="45000" bIns="45000" anchor="ctr" anchorCtr="1">
              <a:noAutofit/>
            </a:bodyPr>
            <a:p>
              <a:pPr algn="ctr">
                <a:lnSpc>
                  <a:spcPct val="100000"/>
                </a:lnSpc>
              </a:pPr>
              <a:r>
                <a:rPr b="1" lang="fr-FR" sz="3200" spc="-1" strike="noStrike">
                  <a:solidFill>
                    <a:srgbClr val="000000"/>
                  </a:solidFill>
                  <a:latin typeface="Linux Biolinum Keyboard O"/>
                </a:rPr>
                <a:t>2</a:t>
              </a:r>
              <a:endParaRPr b="0" lang="fr-FR" sz="3200" spc="-1" strike="noStrike">
                <a:solidFill>
                  <a:srgbClr val="000000"/>
                </a:solidFill>
                <a:latin typeface="Noto Sans"/>
              </a:endParaRPr>
            </a:p>
          </p:txBody>
        </p:sp>
        <p:sp>
          <p:nvSpPr>
            <p:cNvPr id="216" name=""/>
            <p:cNvSpPr/>
            <p:nvPr/>
          </p:nvSpPr>
          <p:spPr>
            <a:xfrm>
              <a:off x="686880" y="1839600"/>
              <a:ext cx="26640" cy="79560"/>
            </a:xfrm>
            <a:custGeom>
              <a:avLst/>
              <a:gdLst/>
              <a:ahLst/>
              <a:rect l="0" t="0" r="r" b="b"/>
              <a:pathLst>
                <a:path fill="none" w="74" h="221">
                  <a:moveTo>
                    <a:pt x="74" y="0"/>
                  </a:moveTo>
                  <a:cubicBezTo>
                    <a:pt x="49" y="0"/>
                    <a:pt x="25" y="0"/>
                    <a:pt x="0" y="0"/>
                  </a:cubicBezTo>
                  <a:cubicBezTo>
                    <a:pt x="0" y="74"/>
                    <a:pt x="0" y="147"/>
                    <a:pt x="0" y="221"/>
                  </a:cubicBezTo>
                </a:path>
              </a:pathLst>
            </a:custGeom>
            <a:ln cap="rnd" w="39600">
              <a:solidFill>
                <a:srgbClr val="f8b621"/>
              </a:solidFill>
              <a:bevel/>
            </a:ln>
          </p:spPr>
          <p:txBody>
            <a:bodyPr lIns="109800" rIns="109800" tIns="14760" bIns="14760" anchor="ctr" anchorCtr="1">
              <a:noAutofit/>
            </a:bodyPr>
            <a:p>
              <a:endParaRPr b="0" lang="fr-FR" sz="1800" spc="-1" strike="noStrike">
                <a:solidFill>
                  <a:srgbClr val="000000"/>
                </a:solidFill>
                <a:latin typeface="Noto Sans"/>
              </a:endParaRPr>
            </a:p>
          </p:txBody>
        </p:sp>
        <p:sp>
          <p:nvSpPr>
            <p:cNvPr id="217" name=""/>
            <p:cNvSpPr/>
            <p:nvPr/>
          </p:nvSpPr>
          <p:spPr>
            <a:xfrm>
              <a:off x="596160" y="1998360"/>
              <a:ext cx="90720" cy="15120"/>
            </a:xfrm>
            <a:custGeom>
              <a:avLst/>
              <a:gdLst/>
              <a:ahLst/>
              <a:rect l="0" t="0" r="r" b="b"/>
              <a:pathLst>
                <a:path fill="none" w="252" h="42">
                  <a:moveTo>
                    <a:pt x="252" y="0"/>
                  </a:moveTo>
                  <a:cubicBezTo>
                    <a:pt x="252" y="1"/>
                    <a:pt x="252" y="3"/>
                    <a:pt x="252" y="4"/>
                  </a:cubicBezTo>
                  <a:cubicBezTo>
                    <a:pt x="166" y="6"/>
                    <a:pt x="81" y="19"/>
                    <a:pt x="0" y="42"/>
                  </a:cubicBezTo>
                </a:path>
              </a:pathLst>
            </a:custGeom>
            <a:ln cap="rnd" w="39600">
              <a:solidFill>
                <a:srgbClr val="f8b621"/>
              </a:solidFill>
              <a:bevel/>
            </a:ln>
          </p:spPr>
          <p:txBody>
            <a:bodyPr lIns="109800" rIns="109800" tIns="-49680" bIns="-49680" anchor="ctr" anchorCtr="1">
              <a:noAutofit/>
            </a:bodyPr>
            <a:p>
              <a:endParaRPr b="0" lang="fr-FR" sz="1800" spc="-1" strike="noStrike">
                <a:solidFill>
                  <a:srgbClr val="000000"/>
                </a:solidFill>
                <a:latin typeface="Noto Sans"/>
              </a:endParaRPr>
            </a:p>
          </p:txBody>
        </p:sp>
        <p:sp>
          <p:nvSpPr>
            <p:cNvPr id="218" name=""/>
            <p:cNvSpPr/>
            <p:nvPr/>
          </p:nvSpPr>
          <p:spPr>
            <a:xfrm>
              <a:off x="444240" y="2048760"/>
              <a:ext cx="69120" cy="53640"/>
            </a:xfrm>
            <a:custGeom>
              <a:avLst/>
              <a:gdLst/>
              <a:ahLst/>
              <a:rect l="0" t="0" r="r" b="b"/>
              <a:pathLst>
                <a:path fill="none" w="192" h="149">
                  <a:moveTo>
                    <a:pt x="192" y="0"/>
                  </a:moveTo>
                  <a:cubicBezTo>
                    <a:pt x="120" y="42"/>
                    <a:pt x="56" y="92"/>
                    <a:pt x="0" y="149"/>
                  </a:cubicBezTo>
                </a:path>
              </a:pathLst>
            </a:custGeom>
            <a:ln cap="rnd" w="39600">
              <a:solidFill>
                <a:srgbClr val="f8b621"/>
              </a:solidFill>
              <a:bevel/>
            </a:ln>
          </p:spPr>
          <p:txBody>
            <a:bodyPr lIns="109800" rIns="109800" tIns="-11160" bIns="-11160" anchor="ctr" anchorCtr="1">
              <a:noAutofit/>
            </a:bodyPr>
            <a:p>
              <a:endParaRPr b="0" lang="fr-FR" sz="1800" spc="-1" strike="noStrike">
                <a:solidFill>
                  <a:srgbClr val="000000"/>
                </a:solidFill>
                <a:latin typeface="Noto Sans"/>
              </a:endParaRPr>
            </a:p>
          </p:txBody>
        </p:sp>
        <p:sp>
          <p:nvSpPr>
            <p:cNvPr id="219" name=""/>
            <p:cNvSpPr/>
            <p:nvPr/>
          </p:nvSpPr>
          <p:spPr>
            <a:xfrm>
              <a:off x="365760" y="2169360"/>
              <a:ext cx="28800" cy="75600"/>
            </a:xfrm>
            <a:custGeom>
              <a:avLst/>
              <a:gdLst/>
              <a:ahLst/>
              <a:rect l="0" t="0" r="r" b="b"/>
              <a:pathLst>
                <a:path fill="none" w="80" h="210">
                  <a:moveTo>
                    <a:pt x="80" y="0"/>
                  </a:moveTo>
                  <a:cubicBezTo>
                    <a:pt x="44" y="67"/>
                    <a:pt x="16" y="137"/>
                    <a:pt x="0" y="210"/>
                  </a:cubicBezTo>
                </a:path>
              </a:pathLst>
            </a:custGeom>
            <a:ln cap="rnd" w="39600">
              <a:solidFill>
                <a:srgbClr val="f8b621"/>
              </a:solidFill>
              <a:bevel/>
            </a:ln>
          </p:spPr>
          <p:txBody>
            <a:bodyPr lIns="109800" rIns="109800" tIns="10800" bIns="10800" anchor="ctr" anchorCtr="1">
              <a:noAutofit/>
            </a:bodyPr>
            <a:p>
              <a:endParaRPr b="0" lang="fr-FR" sz="1800" spc="-1" strike="noStrike">
                <a:solidFill>
                  <a:srgbClr val="000000"/>
                </a:solidFill>
                <a:latin typeface="Noto Sans"/>
              </a:endParaRPr>
            </a:p>
          </p:txBody>
        </p:sp>
        <p:sp>
          <p:nvSpPr>
            <p:cNvPr id="220" name=""/>
            <p:cNvSpPr/>
            <p:nvPr/>
          </p:nvSpPr>
          <p:spPr>
            <a:xfrm>
              <a:off x="360000" y="2324160"/>
              <a:ext cx="16920" cy="77760"/>
            </a:xfrm>
            <a:custGeom>
              <a:avLst/>
              <a:gdLst/>
              <a:ahLst/>
              <a:rect l="0" t="0" r="r" b="b"/>
              <a:pathLst>
                <a:path fill="none" w="47" h="216">
                  <a:moveTo>
                    <a:pt x="0" y="0"/>
                  </a:moveTo>
                  <a:cubicBezTo>
                    <a:pt x="6" y="73"/>
                    <a:pt x="21" y="146"/>
                    <a:pt x="47" y="216"/>
                  </a:cubicBezTo>
                </a:path>
              </a:pathLst>
            </a:custGeom>
            <a:ln cap="rnd" w="39600">
              <a:solidFill>
                <a:srgbClr val="f8b621"/>
              </a:solidFill>
              <a:bevel/>
            </a:ln>
          </p:spPr>
          <p:txBody>
            <a:bodyPr lIns="109800" rIns="109800" tIns="12960" bIns="12960" anchor="ctr" anchorCtr="1">
              <a:noAutofit/>
            </a:bodyPr>
            <a:p>
              <a:endParaRPr b="0" lang="fr-FR" sz="1800" spc="-1" strike="noStrike">
                <a:solidFill>
                  <a:srgbClr val="000000"/>
                </a:solidFill>
                <a:latin typeface="Noto Sans"/>
              </a:endParaRPr>
            </a:p>
          </p:txBody>
        </p:sp>
        <p:sp>
          <p:nvSpPr>
            <p:cNvPr id="221" name=""/>
            <p:cNvSpPr/>
            <p:nvPr/>
          </p:nvSpPr>
          <p:spPr>
            <a:xfrm>
              <a:off x="415800" y="2473920"/>
              <a:ext cx="58680" cy="61200"/>
            </a:xfrm>
            <a:custGeom>
              <a:avLst/>
              <a:gdLst/>
              <a:ahLst/>
              <a:rect l="0" t="0" r="r" b="b"/>
              <a:pathLst>
                <a:path fill="none" w="163" h="170">
                  <a:moveTo>
                    <a:pt x="0" y="0"/>
                  </a:moveTo>
                  <a:cubicBezTo>
                    <a:pt x="46" y="64"/>
                    <a:pt x="101" y="121"/>
                    <a:pt x="163" y="170"/>
                  </a:cubicBezTo>
                </a:path>
              </a:pathLst>
            </a:custGeom>
            <a:ln cap="rnd" w="39600">
              <a:solidFill>
                <a:srgbClr val="f8b621"/>
              </a:solidFill>
              <a:bevel/>
            </a:ln>
          </p:spPr>
          <p:txBody>
            <a:bodyPr lIns="109800" rIns="109800" tIns="-3600" bIns="-3600" anchor="ctr" anchorCtr="1">
              <a:noAutofit/>
            </a:bodyPr>
            <a:p>
              <a:endParaRPr b="0" lang="fr-FR" sz="1800" spc="-1" strike="noStrike">
                <a:solidFill>
                  <a:srgbClr val="000000"/>
                </a:solidFill>
                <a:latin typeface="Noto Sans"/>
              </a:endParaRPr>
            </a:p>
          </p:txBody>
        </p:sp>
        <p:sp>
          <p:nvSpPr>
            <p:cNvPr id="222" name=""/>
            <p:cNvSpPr/>
            <p:nvPr/>
          </p:nvSpPr>
          <p:spPr>
            <a:xfrm>
              <a:off x="551520" y="2580840"/>
              <a:ext cx="88200" cy="25560"/>
            </a:xfrm>
            <a:custGeom>
              <a:avLst/>
              <a:gdLst/>
              <a:ahLst/>
              <a:rect l="0" t="0" r="r" b="b"/>
              <a:pathLst>
                <a:path fill="none" w="245" h="71">
                  <a:moveTo>
                    <a:pt x="0" y="0"/>
                  </a:moveTo>
                  <a:cubicBezTo>
                    <a:pt x="78" y="33"/>
                    <a:pt x="160" y="57"/>
                    <a:pt x="245" y="71"/>
                  </a:cubicBezTo>
                </a:path>
              </a:pathLst>
            </a:custGeom>
            <a:ln cap="rnd" w="39600">
              <a:solidFill>
                <a:srgbClr val="f8b621"/>
              </a:solidFill>
              <a:bevel/>
            </a:ln>
          </p:spPr>
          <p:txBody>
            <a:bodyPr lIns="109800" rIns="109800" tIns="-39240" bIns="-39240" anchor="ctr" anchorCtr="1">
              <a:noAutofit/>
            </a:bodyPr>
            <a:p>
              <a:endParaRPr b="0" lang="fr-FR" sz="1800" spc="-1" strike="noStrike">
                <a:solidFill>
                  <a:srgbClr val="000000"/>
                </a:solidFill>
                <a:latin typeface="Noto Sans"/>
              </a:endParaRPr>
            </a:p>
          </p:txBody>
        </p:sp>
        <p:sp>
          <p:nvSpPr>
            <p:cNvPr id="223" name=""/>
            <p:cNvSpPr/>
            <p:nvPr/>
          </p:nvSpPr>
          <p:spPr>
            <a:xfrm>
              <a:off x="686880" y="2649600"/>
              <a:ext cx="360" cy="78840"/>
            </a:xfrm>
            <a:custGeom>
              <a:avLst/>
              <a:gdLst/>
              <a:ahLst/>
              <a:rect l="0" t="0" r="r" b="b"/>
              <a:pathLst>
                <a:path fill="none" w="1" h="219">
                  <a:moveTo>
                    <a:pt x="0" y="0"/>
                  </a:moveTo>
                  <a:cubicBezTo>
                    <a:pt x="0" y="73"/>
                    <a:pt x="0" y="146"/>
                    <a:pt x="0" y="219"/>
                  </a:cubicBezTo>
                  <a:lnTo>
                    <a:pt x="1" y="219"/>
                  </a:lnTo>
                </a:path>
              </a:pathLst>
            </a:custGeom>
            <a:ln cap="rnd" w="39600">
              <a:solidFill>
                <a:srgbClr val="f8b621"/>
              </a:solidFill>
              <a:bevel/>
            </a:ln>
          </p:spPr>
          <p:txBody>
            <a:bodyPr lIns="109800" rIns="109800" tIns="14040" bIns="14040" anchor="ctr" anchorCtr="1">
              <a:noAutofit/>
            </a:bodyPr>
            <a:p>
              <a:endParaRPr b="0" lang="fr-FR" sz="1800" spc="-1" strike="noStrike">
                <a:solidFill>
                  <a:srgbClr val="000000"/>
                </a:solidFill>
                <a:latin typeface="Noto Sans"/>
              </a:endParaRPr>
            </a:p>
          </p:txBody>
        </p:sp>
        <p:sp>
          <p:nvSpPr>
            <p:cNvPr id="224" name=""/>
            <p:cNvSpPr/>
            <p:nvPr/>
          </p:nvSpPr>
          <p:spPr>
            <a:xfrm>
              <a:off x="780840" y="2728440"/>
              <a:ext cx="93240" cy="0"/>
            </a:xfrm>
            <a:custGeom>
              <a:avLst/>
              <a:gdLst/>
              <a:ahLst/>
              <a:rect l="0" t="0" r="r" b="b"/>
              <a:pathLst>
                <a:path fill="none" w="259" h="0">
                  <a:moveTo>
                    <a:pt x="0" y="0"/>
                  </a:moveTo>
                  <a:cubicBezTo>
                    <a:pt x="86" y="0"/>
                    <a:pt x="173" y="0"/>
                    <a:pt x="259"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25" name=""/>
            <p:cNvSpPr/>
            <p:nvPr/>
          </p:nvSpPr>
          <p:spPr>
            <a:xfrm>
              <a:off x="96768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26" name=""/>
            <p:cNvSpPr/>
            <p:nvPr/>
          </p:nvSpPr>
          <p:spPr>
            <a:xfrm>
              <a:off x="115416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27" name=""/>
            <p:cNvSpPr/>
            <p:nvPr/>
          </p:nvSpPr>
          <p:spPr>
            <a:xfrm>
              <a:off x="134136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28" name=""/>
            <p:cNvSpPr/>
            <p:nvPr/>
          </p:nvSpPr>
          <p:spPr>
            <a:xfrm>
              <a:off x="152820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29" name=""/>
            <p:cNvSpPr/>
            <p:nvPr/>
          </p:nvSpPr>
          <p:spPr>
            <a:xfrm>
              <a:off x="171540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0" name=""/>
            <p:cNvSpPr/>
            <p:nvPr/>
          </p:nvSpPr>
          <p:spPr>
            <a:xfrm>
              <a:off x="190224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1" name=""/>
            <p:cNvSpPr/>
            <p:nvPr/>
          </p:nvSpPr>
          <p:spPr>
            <a:xfrm>
              <a:off x="2089080" y="2728440"/>
              <a:ext cx="93240" cy="0"/>
            </a:xfrm>
            <a:custGeom>
              <a:avLst/>
              <a:gdLst/>
              <a:ahLst/>
              <a:rect l="0" t="0" r="r" b="b"/>
              <a:pathLst>
                <a:path fill="none" w="259" h="0">
                  <a:moveTo>
                    <a:pt x="0" y="0"/>
                  </a:moveTo>
                  <a:cubicBezTo>
                    <a:pt x="86" y="0"/>
                    <a:pt x="173" y="0"/>
                    <a:pt x="259"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2" name=""/>
            <p:cNvSpPr/>
            <p:nvPr/>
          </p:nvSpPr>
          <p:spPr>
            <a:xfrm>
              <a:off x="227592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3" name=""/>
            <p:cNvSpPr/>
            <p:nvPr/>
          </p:nvSpPr>
          <p:spPr>
            <a:xfrm>
              <a:off x="2463120" y="2728440"/>
              <a:ext cx="93240" cy="0"/>
            </a:xfrm>
            <a:custGeom>
              <a:avLst/>
              <a:gdLst/>
              <a:ahLst/>
              <a:rect l="0" t="0" r="r" b="b"/>
              <a:pathLst>
                <a:path fill="none" w="259" h="0">
                  <a:moveTo>
                    <a:pt x="0" y="0"/>
                  </a:moveTo>
                  <a:cubicBezTo>
                    <a:pt x="86" y="0"/>
                    <a:pt x="173" y="0"/>
                    <a:pt x="259"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4" name=""/>
            <p:cNvSpPr/>
            <p:nvPr/>
          </p:nvSpPr>
          <p:spPr>
            <a:xfrm>
              <a:off x="264996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5" name=""/>
            <p:cNvSpPr/>
            <p:nvPr/>
          </p:nvSpPr>
          <p:spPr>
            <a:xfrm>
              <a:off x="2837160" y="2728440"/>
              <a:ext cx="93240" cy="0"/>
            </a:xfrm>
            <a:custGeom>
              <a:avLst/>
              <a:gdLst/>
              <a:ahLst/>
              <a:rect l="0" t="0" r="r" b="b"/>
              <a:pathLst>
                <a:path fill="none" w="259" h="0">
                  <a:moveTo>
                    <a:pt x="0" y="0"/>
                  </a:moveTo>
                  <a:cubicBezTo>
                    <a:pt x="86" y="0"/>
                    <a:pt x="173" y="0"/>
                    <a:pt x="259"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6" name=""/>
            <p:cNvSpPr/>
            <p:nvPr/>
          </p:nvSpPr>
          <p:spPr>
            <a:xfrm>
              <a:off x="3023640" y="2728440"/>
              <a:ext cx="93600" cy="0"/>
            </a:xfrm>
            <a:custGeom>
              <a:avLst/>
              <a:gdLst/>
              <a:ahLst/>
              <a:rect l="0" t="0" r="r" b="b"/>
              <a:pathLst>
                <a:path fill="none" w="260" h="0">
                  <a:moveTo>
                    <a:pt x="0" y="0"/>
                  </a:moveTo>
                  <a:cubicBezTo>
                    <a:pt x="87" y="0"/>
                    <a:pt x="173"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37" name=""/>
            <p:cNvSpPr/>
            <p:nvPr/>
          </p:nvSpPr>
          <p:spPr>
            <a:xfrm>
              <a:off x="3210480" y="2693520"/>
              <a:ext cx="52560" cy="34920"/>
            </a:xfrm>
            <a:custGeom>
              <a:avLst/>
              <a:gdLst/>
              <a:ahLst/>
              <a:rect l="0" t="0" r="r" b="b"/>
              <a:pathLst>
                <a:path fill="none" w="146" h="97">
                  <a:moveTo>
                    <a:pt x="0" y="97"/>
                  </a:moveTo>
                  <a:cubicBezTo>
                    <a:pt x="48" y="97"/>
                    <a:pt x="98" y="97"/>
                    <a:pt x="146" y="97"/>
                  </a:cubicBezTo>
                  <a:cubicBezTo>
                    <a:pt x="146" y="65"/>
                    <a:pt x="146" y="32"/>
                    <a:pt x="146" y="0"/>
                  </a:cubicBezTo>
                </a:path>
              </a:pathLst>
            </a:custGeom>
            <a:ln cap="rnd" w="39600">
              <a:solidFill>
                <a:srgbClr val="f8b621"/>
              </a:solidFill>
              <a:bevel/>
            </a:ln>
          </p:spPr>
          <p:txBody>
            <a:bodyPr lIns="109800" rIns="109800" tIns="-29880" bIns="-29880" anchor="ctr" anchorCtr="1">
              <a:noAutofit/>
            </a:bodyPr>
            <a:p>
              <a:endParaRPr b="0" lang="fr-FR" sz="1800" spc="-1" strike="noStrike">
                <a:solidFill>
                  <a:srgbClr val="000000"/>
                </a:solidFill>
                <a:latin typeface="Noto Sans"/>
              </a:endParaRPr>
            </a:p>
          </p:txBody>
        </p:sp>
        <p:sp>
          <p:nvSpPr>
            <p:cNvPr id="238" name=""/>
            <p:cNvSpPr/>
            <p:nvPr/>
          </p:nvSpPr>
          <p:spPr>
            <a:xfrm>
              <a:off x="3262680" y="2534760"/>
              <a:ext cx="0" cy="79200"/>
            </a:xfrm>
            <a:custGeom>
              <a:avLst/>
              <a:gdLst/>
              <a:ahLst/>
              <a:rect l="0" t="0" r="r" b="b"/>
              <a:pathLst>
                <a:path fill="none" w="0" h="220">
                  <a:moveTo>
                    <a:pt x="0" y="220"/>
                  </a:moveTo>
                  <a:cubicBezTo>
                    <a:pt x="0" y="147"/>
                    <a:pt x="0" y="73"/>
                    <a:pt x="0" y="0"/>
                  </a:cubicBezTo>
                </a:path>
              </a:pathLst>
            </a:custGeom>
            <a:ln cap="rnd" w="39600">
              <a:solidFill>
                <a:srgbClr val="f8b621"/>
              </a:solidFill>
              <a:bevel/>
            </a:ln>
          </p:spPr>
          <p:txBody>
            <a:bodyPr lIns="109800" rIns="109800" tIns="14400" bIns="14400" anchor="ctr" anchorCtr="1">
              <a:noAutofit/>
            </a:bodyPr>
            <a:p>
              <a:endParaRPr b="0" lang="fr-FR" sz="1800" spc="-1" strike="noStrike">
                <a:solidFill>
                  <a:srgbClr val="000000"/>
                </a:solidFill>
                <a:latin typeface="Noto Sans"/>
              </a:endParaRPr>
            </a:p>
          </p:txBody>
        </p:sp>
        <p:sp>
          <p:nvSpPr>
            <p:cNvPr id="239" name=""/>
            <p:cNvSpPr/>
            <p:nvPr/>
          </p:nvSpPr>
          <p:spPr>
            <a:xfrm>
              <a:off x="3263040" y="2399040"/>
              <a:ext cx="41040" cy="56160"/>
            </a:xfrm>
            <a:custGeom>
              <a:avLst/>
              <a:gdLst/>
              <a:ahLst/>
              <a:rect l="0" t="0" r="r" b="b"/>
              <a:pathLst>
                <a:path fill="none" w="114" h="156">
                  <a:moveTo>
                    <a:pt x="0" y="156"/>
                  </a:moveTo>
                  <a:cubicBezTo>
                    <a:pt x="0" y="117"/>
                    <a:pt x="0" y="79"/>
                    <a:pt x="0" y="40"/>
                  </a:cubicBezTo>
                  <a:cubicBezTo>
                    <a:pt x="38" y="27"/>
                    <a:pt x="76" y="13"/>
                    <a:pt x="114" y="0"/>
                  </a:cubicBezTo>
                </a:path>
              </a:pathLst>
            </a:custGeom>
            <a:ln cap="rnd" w="39600">
              <a:solidFill>
                <a:srgbClr val="f8b621"/>
              </a:solidFill>
              <a:bevel/>
            </a:ln>
          </p:spPr>
          <p:txBody>
            <a:bodyPr lIns="109800" rIns="109800" tIns="-8640" bIns="-8640" anchor="ctr" anchorCtr="1">
              <a:noAutofit/>
            </a:bodyPr>
            <a:p>
              <a:endParaRPr b="0" lang="fr-FR" sz="1800" spc="-1" strike="noStrike">
                <a:solidFill>
                  <a:srgbClr val="000000"/>
                </a:solidFill>
                <a:latin typeface="Noto Sans"/>
              </a:endParaRPr>
            </a:p>
          </p:txBody>
        </p:sp>
        <p:sp>
          <p:nvSpPr>
            <p:cNvPr id="240" name=""/>
            <p:cNvSpPr/>
            <p:nvPr/>
          </p:nvSpPr>
          <p:spPr>
            <a:xfrm>
              <a:off x="3390120" y="2338560"/>
              <a:ext cx="87120" cy="30600"/>
            </a:xfrm>
            <a:custGeom>
              <a:avLst/>
              <a:gdLst/>
              <a:ahLst/>
              <a:rect l="0" t="0" r="r" b="b"/>
              <a:pathLst>
                <a:path fill="none" w="242" h="85">
                  <a:moveTo>
                    <a:pt x="0" y="85"/>
                  </a:moveTo>
                  <a:cubicBezTo>
                    <a:pt x="81" y="56"/>
                    <a:pt x="162" y="28"/>
                    <a:pt x="242" y="0"/>
                  </a:cubicBezTo>
                </a:path>
              </a:pathLst>
            </a:custGeom>
            <a:ln cap="rnd" w="39600">
              <a:solidFill>
                <a:srgbClr val="f8b621"/>
              </a:solidFill>
              <a:bevel/>
            </a:ln>
          </p:spPr>
          <p:txBody>
            <a:bodyPr lIns="109800" rIns="109800" tIns="-34200" bIns="-34200" anchor="ctr" anchorCtr="1">
              <a:noAutofit/>
            </a:bodyPr>
            <a:p>
              <a:endParaRPr b="0" lang="fr-FR" sz="1800" spc="-1" strike="noStrike">
                <a:solidFill>
                  <a:srgbClr val="000000"/>
                </a:solidFill>
                <a:latin typeface="Noto Sans"/>
              </a:endParaRPr>
            </a:p>
          </p:txBody>
        </p:sp>
        <p:sp>
          <p:nvSpPr>
            <p:cNvPr id="241" name=""/>
            <p:cNvSpPr/>
            <p:nvPr/>
          </p:nvSpPr>
          <p:spPr>
            <a:xfrm>
              <a:off x="3563640" y="2277720"/>
              <a:ext cx="50760" cy="30960"/>
            </a:xfrm>
            <a:custGeom>
              <a:avLst/>
              <a:gdLst/>
              <a:ahLst/>
              <a:rect l="0" t="0" r="r" b="b"/>
              <a:pathLst>
                <a:path fill="none" w="141" h="86">
                  <a:moveTo>
                    <a:pt x="0" y="86"/>
                  </a:moveTo>
                  <a:cubicBezTo>
                    <a:pt x="47" y="70"/>
                    <a:pt x="94" y="53"/>
                    <a:pt x="141" y="37"/>
                  </a:cubicBezTo>
                  <a:cubicBezTo>
                    <a:pt x="108" y="25"/>
                    <a:pt x="76" y="12"/>
                    <a:pt x="44" y="0"/>
                  </a:cubicBezTo>
                </a:path>
              </a:pathLst>
            </a:custGeom>
            <a:ln cap="rnd" w="39600">
              <a:solidFill>
                <a:srgbClr val="f8b621"/>
              </a:solidFill>
              <a:bevel/>
            </a:ln>
          </p:spPr>
          <p:txBody>
            <a:bodyPr lIns="109800" rIns="109800" tIns="-33840" bIns="-33840" anchor="ctr" anchorCtr="1">
              <a:noAutofit/>
            </a:bodyPr>
            <a:p>
              <a:endParaRPr b="0" lang="fr-FR" sz="1800" spc="-1" strike="noStrike">
                <a:solidFill>
                  <a:srgbClr val="000000"/>
                </a:solidFill>
                <a:latin typeface="Noto Sans"/>
              </a:endParaRPr>
            </a:p>
          </p:txBody>
        </p:sp>
        <p:sp>
          <p:nvSpPr>
            <p:cNvPr id="242" name=""/>
            <p:cNvSpPr/>
            <p:nvPr/>
          </p:nvSpPr>
          <p:spPr>
            <a:xfrm>
              <a:off x="3408120" y="2213640"/>
              <a:ext cx="85320" cy="32040"/>
            </a:xfrm>
            <a:custGeom>
              <a:avLst/>
              <a:gdLst/>
              <a:ahLst/>
              <a:rect l="0" t="0" r="r" b="b"/>
              <a:pathLst>
                <a:path fill="none" w="237" h="89">
                  <a:moveTo>
                    <a:pt x="237" y="89"/>
                  </a:moveTo>
                  <a:cubicBezTo>
                    <a:pt x="158" y="59"/>
                    <a:pt x="79" y="29"/>
                    <a:pt x="0" y="0"/>
                  </a:cubicBezTo>
                </a:path>
              </a:pathLst>
            </a:custGeom>
            <a:ln cap="rnd" w="39600">
              <a:solidFill>
                <a:srgbClr val="f8b621"/>
              </a:solidFill>
              <a:bevel/>
            </a:ln>
          </p:spPr>
          <p:txBody>
            <a:bodyPr lIns="109800" rIns="109800" tIns="-32760" bIns="-32760" anchor="ctr" anchorCtr="1">
              <a:noAutofit/>
            </a:bodyPr>
            <a:p>
              <a:endParaRPr b="0" lang="fr-FR" sz="1800" spc="-1" strike="noStrike">
                <a:solidFill>
                  <a:srgbClr val="000000"/>
                </a:solidFill>
                <a:latin typeface="Noto Sans"/>
              </a:endParaRPr>
            </a:p>
          </p:txBody>
        </p:sp>
        <p:sp>
          <p:nvSpPr>
            <p:cNvPr id="243" name=""/>
            <p:cNvSpPr/>
            <p:nvPr/>
          </p:nvSpPr>
          <p:spPr>
            <a:xfrm>
              <a:off x="3263040" y="2135520"/>
              <a:ext cx="59760" cy="46080"/>
            </a:xfrm>
            <a:custGeom>
              <a:avLst/>
              <a:gdLst/>
              <a:ahLst/>
              <a:rect l="0" t="0" r="r" b="b"/>
              <a:pathLst>
                <a:path fill="none" w="166" h="128">
                  <a:moveTo>
                    <a:pt x="166" y="128"/>
                  </a:moveTo>
                  <a:cubicBezTo>
                    <a:pt x="111" y="107"/>
                    <a:pt x="55" y="87"/>
                    <a:pt x="0" y="66"/>
                  </a:cubicBezTo>
                  <a:cubicBezTo>
                    <a:pt x="0" y="44"/>
                    <a:pt x="0" y="22"/>
                    <a:pt x="0" y="0"/>
                  </a:cubicBezTo>
                </a:path>
              </a:pathLst>
            </a:custGeom>
            <a:ln cap="rnd" w="39600">
              <a:solidFill>
                <a:srgbClr val="f8b621"/>
              </a:solidFill>
              <a:bevel/>
            </a:ln>
          </p:spPr>
          <p:txBody>
            <a:bodyPr lIns="109800" rIns="109800" tIns="-18720" bIns="-18720" anchor="ctr" anchorCtr="1">
              <a:noAutofit/>
            </a:bodyPr>
            <a:p>
              <a:endParaRPr b="0" lang="fr-FR" sz="1800" spc="-1" strike="noStrike">
                <a:solidFill>
                  <a:srgbClr val="000000"/>
                </a:solidFill>
                <a:latin typeface="Noto Sans"/>
              </a:endParaRPr>
            </a:p>
          </p:txBody>
        </p:sp>
        <p:sp>
          <p:nvSpPr>
            <p:cNvPr id="244" name=""/>
            <p:cNvSpPr/>
            <p:nvPr/>
          </p:nvSpPr>
          <p:spPr>
            <a:xfrm>
              <a:off x="3262680" y="1976400"/>
              <a:ext cx="0" cy="79560"/>
            </a:xfrm>
            <a:custGeom>
              <a:avLst/>
              <a:gdLst/>
              <a:ahLst/>
              <a:rect l="0" t="0" r="r" b="b"/>
              <a:pathLst>
                <a:path fill="none" w="0" h="221">
                  <a:moveTo>
                    <a:pt x="0" y="221"/>
                  </a:moveTo>
                  <a:cubicBezTo>
                    <a:pt x="0" y="147"/>
                    <a:pt x="0" y="74"/>
                    <a:pt x="0" y="0"/>
                  </a:cubicBezTo>
                </a:path>
              </a:pathLst>
            </a:custGeom>
            <a:ln cap="rnd" w="39600">
              <a:solidFill>
                <a:srgbClr val="f8b621"/>
              </a:solidFill>
              <a:bevel/>
            </a:ln>
          </p:spPr>
          <p:txBody>
            <a:bodyPr lIns="109800" rIns="109800" tIns="14760" bIns="14760" anchor="ctr" anchorCtr="1">
              <a:noAutofit/>
            </a:bodyPr>
            <a:p>
              <a:endParaRPr b="0" lang="fr-FR" sz="1800" spc="-1" strike="noStrike">
                <a:solidFill>
                  <a:srgbClr val="000000"/>
                </a:solidFill>
                <a:latin typeface="Noto Sans"/>
              </a:endParaRPr>
            </a:p>
          </p:txBody>
        </p:sp>
        <p:sp>
          <p:nvSpPr>
            <p:cNvPr id="245" name=""/>
            <p:cNvSpPr/>
            <p:nvPr/>
          </p:nvSpPr>
          <p:spPr>
            <a:xfrm>
              <a:off x="3237120" y="1839600"/>
              <a:ext cx="25920" cy="57600"/>
            </a:xfrm>
            <a:custGeom>
              <a:avLst/>
              <a:gdLst/>
              <a:ahLst/>
              <a:rect l="0" t="0" r="r" b="b"/>
              <a:pathLst>
                <a:path fill="none" w="72" h="160">
                  <a:moveTo>
                    <a:pt x="72" y="160"/>
                  </a:moveTo>
                  <a:cubicBezTo>
                    <a:pt x="72" y="107"/>
                    <a:pt x="72" y="53"/>
                    <a:pt x="72" y="0"/>
                  </a:cubicBezTo>
                  <a:cubicBezTo>
                    <a:pt x="48" y="0"/>
                    <a:pt x="24" y="0"/>
                    <a:pt x="0" y="0"/>
                  </a:cubicBezTo>
                </a:path>
              </a:pathLst>
            </a:custGeom>
            <a:ln cap="rnd" w="39600">
              <a:solidFill>
                <a:srgbClr val="f8b621"/>
              </a:solidFill>
              <a:bevel/>
            </a:ln>
          </p:spPr>
          <p:txBody>
            <a:bodyPr lIns="109800" rIns="109800" tIns="-7200" bIns="-7200" anchor="ctr" anchorCtr="1">
              <a:noAutofit/>
            </a:bodyPr>
            <a:p>
              <a:endParaRPr b="0" lang="fr-FR" sz="1800" spc="-1" strike="noStrike">
                <a:solidFill>
                  <a:srgbClr val="000000"/>
                </a:solidFill>
                <a:latin typeface="Noto Sans"/>
              </a:endParaRPr>
            </a:p>
          </p:txBody>
        </p:sp>
      </p:grpSp>
      <p:grpSp>
        <p:nvGrpSpPr>
          <p:cNvPr id="246" name=""/>
          <p:cNvGrpSpPr/>
          <p:nvPr/>
        </p:nvGrpSpPr>
        <p:grpSpPr>
          <a:xfrm>
            <a:off x="360000" y="2991240"/>
            <a:ext cx="3250440" cy="888840"/>
            <a:chOff x="360000" y="2991240"/>
            <a:chExt cx="3250440" cy="888840"/>
          </a:xfrm>
        </p:grpSpPr>
        <p:sp>
          <p:nvSpPr>
            <p:cNvPr id="247" name=""/>
            <p:cNvSpPr/>
            <p:nvPr/>
          </p:nvSpPr>
          <p:spPr>
            <a:xfrm>
              <a:off x="469080" y="3058920"/>
              <a:ext cx="2967120" cy="762120"/>
            </a:xfrm>
            <a:custGeom>
              <a:avLst/>
              <a:gdLst/>
              <a:ahLst/>
              <a:rect l="0" t="0" r="r" b="b"/>
              <a:pathLst>
                <a:path w="8242" h="2117">
                  <a:moveTo>
                    <a:pt x="828" y="0"/>
                  </a:moveTo>
                  <a:cubicBezTo>
                    <a:pt x="828" y="127"/>
                    <a:pt x="828" y="255"/>
                    <a:pt x="828" y="382"/>
                  </a:cubicBezTo>
                  <a:cubicBezTo>
                    <a:pt x="687" y="385"/>
                    <a:pt x="550" y="419"/>
                    <a:pt x="426" y="479"/>
                  </a:cubicBezTo>
                  <a:cubicBezTo>
                    <a:pt x="297" y="543"/>
                    <a:pt x="189" y="634"/>
                    <a:pt x="114" y="745"/>
                  </a:cubicBezTo>
                  <a:cubicBezTo>
                    <a:pt x="39" y="856"/>
                    <a:pt x="0" y="981"/>
                    <a:pt x="0" y="1109"/>
                  </a:cubicBezTo>
                  <a:cubicBezTo>
                    <a:pt x="0" y="1237"/>
                    <a:pt x="39" y="1362"/>
                    <a:pt x="114" y="1473"/>
                  </a:cubicBezTo>
                  <a:cubicBezTo>
                    <a:pt x="189" y="1583"/>
                    <a:pt x="297" y="1675"/>
                    <a:pt x="426" y="1739"/>
                  </a:cubicBezTo>
                  <a:cubicBezTo>
                    <a:pt x="550" y="1799"/>
                    <a:pt x="687" y="1833"/>
                    <a:pt x="828" y="1836"/>
                  </a:cubicBezTo>
                  <a:cubicBezTo>
                    <a:pt x="828" y="1930"/>
                    <a:pt x="828" y="2023"/>
                    <a:pt x="828" y="2117"/>
                  </a:cubicBezTo>
                  <a:cubicBezTo>
                    <a:pt x="3003" y="2117"/>
                    <a:pt x="5177" y="2117"/>
                    <a:pt x="7351" y="2117"/>
                  </a:cubicBezTo>
                  <a:cubicBezTo>
                    <a:pt x="7351" y="1867"/>
                    <a:pt x="7351" y="1617"/>
                    <a:pt x="7351" y="1367"/>
                  </a:cubicBezTo>
                  <a:cubicBezTo>
                    <a:pt x="7648" y="1270"/>
                    <a:pt x="7945" y="1172"/>
                    <a:pt x="8242" y="1075"/>
                  </a:cubicBezTo>
                  <a:cubicBezTo>
                    <a:pt x="7945" y="971"/>
                    <a:pt x="7648" y="866"/>
                    <a:pt x="7351" y="762"/>
                  </a:cubicBezTo>
                  <a:cubicBezTo>
                    <a:pt x="7351" y="508"/>
                    <a:pt x="7351" y="254"/>
                    <a:pt x="7351" y="0"/>
                  </a:cubicBezTo>
                  <a:cubicBezTo>
                    <a:pt x="5177" y="0"/>
                    <a:pt x="3003" y="0"/>
                    <a:pt x="828" y="0"/>
                  </a:cubicBezTo>
                  <a:close/>
                </a:path>
              </a:pathLst>
            </a:custGeom>
            <a:solidFill>
              <a:srgbClr val="60c4e4"/>
            </a:solidFill>
            <a:ln w="0">
              <a:noFill/>
            </a:ln>
          </p:spPr>
          <p:txBody>
            <a:bodyPr lIns="90000" rIns="90000" tIns="45000" bIns="45000" anchor="ctr" anchorCtr="1">
              <a:noAutofit/>
            </a:bodyPr>
            <a:p>
              <a:pPr algn="ctr">
                <a:spcBef>
                  <a:spcPts val="1191"/>
                </a:spcBef>
                <a:spcAft>
                  <a:spcPts val="992"/>
                </a:spcAft>
              </a:pPr>
              <a:r>
                <a:rPr b="1" lang="fr-FR" sz="1800" spc="-1" strike="noStrike">
                  <a:solidFill>
                    <a:srgbClr val="ff4000"/>
                  </a:solidFill>
                  <a:latin typeface="Gentium"/>
                </a:rPr>
                <a:t>   </a:t>
              </a:r>
              <a:r>
                <a:rPr b="1" lang="fr-FR" sz="1800" spc="-1" strike="noStrike">
                  <a:solidFill>
                    <a:srgbClr val="ff4000"/>
                  </a:solidFill>
                  <a:latin typeface="Gentium"/>
                </a:rPr>
                <a:t>Technologie Back-End </a:t>
              </a:r>
              <a:endParaRPr b="0" lang="fr-FR" sz="1800" spc="-1" strike="noStrike">
                <a:solidFill>
                  <a:srgbClr val="000000"/>
                </a:solidFill>
                <a:latin typeface="Noto Sans"/>
              </a:endParaRPr>
            </a:p>
            <a:p>
              <a:pPr algn="ctr">
                <a:spcBef>
                  <a:spcPts val="1191"/>
                </a:spcBef>
                <a:spcAft>
                  <a:spcPts val="992"/>
                </a:spcAft>
              </a:pPr>
              <a:r>
                <a:rPr b="1" lang="fr-FR" sz="2200" spc="-1" strike="noStrike">
                  <a:solidFill>
                    <a:srgbClr val="ff4000"/>
                  </a:solidFill>
                  <a:latin typeface="Gentium"/>
                </a:rPr>
                <a:t>&amp; Serveur</a:t>
              </a:r>
              <a:endParaRPr b="0" lang="fr-FR" sz="2200" spc="-1" strike="noStrike">
                <a:solidFill>
                  <a:srgbClr val="000000"/>
                </a:solidFill>
                <a:latin typeface="Noto Sans"/>
              </a:endParaRPr>
            </a:p>
          </p:txBody>
        </p:sp>
        <p:sp>
          <p:nvSpPr>
            <p:cNvPr id="248" name=""/>
            <p:cNvSpPr/>
            <p:nvPr/>
          </p:nvSpPr>
          <p:spPr>
            <a:xfrm>
              <a:off x="514440" y="3253320"/>
              <a:ext cx="475200" cy="404640"/>
            </a:xfrm>
            <a:custGeom>
              <a:avLst/>
              <a:gdLst/>
              <a:ahLst/>
              <a:rect l="0" t="0" r="r" b="b"/>
              <a:pathLst>
                <a:path w="1320" h="1124">
                  <a:moveTo>
                    <a:pt x="1320" y="562"/>
                  </a:moveTo>
                  <a:cubicBezTo>
                    <a:pt x="1320" y="660"/>
                    <a:pt x="1290" y="757"/>
                    <a:pt x="1232" y="843"/>
                  </a:cubicBezTo>
                  <a:cubicBezTo>
                    <a:pt x="1175" y="928"/>
                    <a:pt x="1090" y="998"/>
                    <a:pt x="990" y="1048"/>
                  </a:cubicBezTo>
                  <a:cubicBezTo>
                    <a:pt x="889" y="1097"/>
                    <a:pt x="776" y="1124"/>
                    <a:pt x="660" y="1124"/>
                  </a:cubicBezTo>
                  <a:cubicBezTo>
                    <a:pt x="544" y="1124"/>
                    <a:pt x="430" y="1097"/>
                    <a:pt x="330" y="1048"/>
                  </a:cubicBezTo>
                  <a:cubicBezTo>
                    <a:pt x="230" y="998"/>
                    <a:pt x="146" y="928"/>
                    <a:pt x="88" y="843"/>
                  </a:cubicBezTo>
                  <a:cubicBezTo>
                    <a:pt x="29" y="757"/>
                    <a:pt x="0" y="660"/>
                    <a:pt x="0" y="562"/>
                  </a:cubicBezTo>
                  <a:cubicBezTo>
                    <a:pt x="0" y="463"/>
                    <a:pt x="31" y="366"/>
                    <a:pt x="88" y="281"/>
                  </a:cubicBezTo>
                  <a:cubicBezTo>
                    <a:pt x="147" y="195"/>
                    <a:pt x="230" y="124"/>
                    <a:pt x="330" y="75"/>
                  </a:cubicBezTo>
                  <a:cubicBezTo>
                    <a:pt x="430" y="26"/>
                    <a:pt x="544" y="0"/>
                    <a:pt x="660" y="0"/>
                  </a:cubicBezTo>
                  <a:cubicBezTo>
                    <a:pt x="776" y="0"/>
                    <a:pt x="889" y="26"/>
                    <a:pt x="990" y="75"/>
                  </a:cubicBezTo>
                  <a:cubicBezTo>
                    <a:pt x="1090" y="124"/>
                    <a:pt x="1175" y="195"/>
                    <a:pt x="1232" y="281"/>
                  </a:cubicBezTo>
                  <a:cubicBezTo>
                    <a:pt x="1290" y="366"/>
                    <a:pt x="1320" y="463"/>
                    <a:pt x="1320" y="562"/>
                  </a:cubicBezTo>
                  <a:close/>
                </a:path>
              </a:pathLst>
            </a:custGeom>
            <a:solidFill>
              <a:srgbClr val="ffffff"/>
            </a:solidFill>
            <a:ln w="0">
              <a:noFill/>
            </a:ln>
          </p:spPr>
          <p:txBody>
            <a:bodyPr lIns="90000" rIns="90000" tIns="45000" bIns="45000" anchor="ctr" anchorCtr="1">
              <a:noAutofit/>
            </a:bodyPr>
            <a:p>
              <a:pPr algn="ctr">
                <a:lnSpc>
                  <a:spcPct val="100000"/>
                </a:lnSpc>
              </a:pPr>
              <a:r>
                <a:rPr b="1" lang="fr-FR" sz="3200" spc="-1" strike="noStrike">
                  <a:solidFill>
                    <a:srgbClr val="000000"/>
                  </a:solidFill>
                  <a:latin typeface="Linux Biolinum Keyboard O"/>
                </a:rPr>
                <a:t>3</a:t>
              </a:r>
              <a:endParaRPr b="0" lang="fr-FR" sz="3200" spc="-1" strike="noStrike">
                <a:solidFill>
                  <a:srgbClr val="000000"/>
                </a:solidFill>
                <a:latin typeface="Noto Sans"/>
              </a:endParaRPr>
            </a:p>
          </p:txBody>
        </p:sp>
        <p:sp>
          <p:nvSpPr>
            <p:cNvPr id="249" name=""/>
            <p:cNvSpPr/>
            <p:nvPr/>
          </p:nvSpPr>
          <p:spPr>
            <a:xfrm>
              <a:off x="686520" y="2991240"/>
              <a:ext cx="27000" cy="79200"/>
            </a:xfrm>
            <a:custGeom>
              <a:avLst/>
              <a:gdLst/>
              <a:ahLst/>
              <a:rect l="0" t="0" r="r" b="b"/>
              <a:pathLst>
                <a:path fill="none" w="75" h="220">
                  <a:moveTo>
                    <a:pt x="75" y="0"/>
                  </a:moveTo>
                  <a:cubicBezTo>
                    <a:pt x="51" y="0"/>
                    <a:pt x="25" y="0"/>
                    <a:pt x="0" y="0"/>
                  </a:cubicBezTo>
                  <a:cubicBezTo>
                    <a:pt x="0" y="73"/>
                    <a:pt x="0" y="147"/>
                    <a:pt x="0" y="220"/>
                  </a:cubicBezTo>
                </a:path>
              </a:pathLst>
            </a:custGeom>
            <a:ln cap="rnd" w="39600">
              <a:solidFill>
                <a:srgbClr val="60c4e4"/>
              </a:solidFill>
              <a:bevel/>
            </a:ln>
          </p:spPr>
          <p:txBody>
            <a:bodyPr lIns="109800" rIns="109800" tIns="14400" bIns="14400" anchor="ctr" anchorCtr="1">
              <a:noAutofit/>
            </a:bodyPr>
            <a:p>
              <a:endParaRPr b="0" lang="fr-FR" sz="1800" spc="-1" strike="noStrike">
                <a:solidFill>
                  <a:srgbClr val="000000"/>
                </a:solidFill>
                <a:latin typeface="Noto Sans"/>
              </a:endParaRPr>
            </a:p>
          </p:txBody>
        </p:sp>
        <p:sp>
          <p:nvSpPr>
            <p:cNvPr id="250" name=""/>
            <p:cNvSpPr/>
            <p:nvPr/>
          </p:nvSpPr>
          <p:spPr>
            <a:xfrm>
              <a:off x="596520" y="3150000"/>
              <a:ext cx="90000" cy="15120"/>
            </a:xfrm>
            <a:custGeom>
              <a:avLst/>
              <a:gdLst/>
              <a:ahLst/>
              <a:rect l="0" t="0" r="r" b="b"/>
              <a:pathLst>
                <a:path fill="none" w="250" h="42">
                  <a:moveTo>
                    <a:pt x="250" y="0"/>
                  </a:moveTo>
                  <a:cubicBezTo>
                    <a:pt x="250" y="1"/>
                    <a:pt x="250" y="3"/>
                    <a:pt x="250" y="4"/>
                  </a:cubicBezTo>
                  <a:cubicBezTo>
                    <a:pt x="164" y="6"/>
                    <a:pt x="80" y="19"/>
                    <a:pt x="0" y="42"/>
                  </a:cubicBezTo>
                </a:path>
              </a:pathLst>
            </a:custGeom>
            <a:ln cap="rnd" w="39600">
              <a:solidFill>
                <a:srgbClr val="60c4e4"/>
              </a:solidFill>
              <a:bevel/>
            </a:ln>
          </p:spPr>
          <p:txBody>
            <a:bodyPr lIns="109800" rIns="109800" tIns="-49680" bIns="-49680" anchor="ctr" anchorCtr="1">
              <a:noAutofit/>
            </a:bodyPr>
            <a:p>
              <a:endParaRPr b="0" lang="fr-FR" sz="1800" spc="-1" strike="noStrike">
                <a:solidFill>
                  <a:srgbClr val="000000"/>
                </a:solidFill>
                <a:latin typeface="Noto Sans"/>
              </a:endParaRPr>
            </a:p>
          </p:txBody>
        </p:sp>
        <p:sp>
          <p:nvSpPr>
            <p:cNvPr id="251" name=""/>
            <p:cNvSpPr/>
            <p:nvPr/>
          </p:nvSpPr>
          <p:spPr>
            <a:xfrm>
              <a:off x="444600" y="3200400"/>
              <a:ext cx="68400" cy="53640"/>
            </a:xfrm>
            <a:custGeom>
              <a:avLst/>
              <a:gdLst/>
              <a:ahLst/>
              <a:rect l="0" t="0" r="r" b="b"/>
              <a:pathLst>
                <a:path fill="none" w="190" h="149">
                  <a:moveTo>
                    <a:pt x="190" y="0"/>
                  </a:moveTo>
                  <a:cubicBezTo>
                    <a:pt x="120" y="42"/>
                    <a:pt x="55" y="92"/>
                    <a:pt x="0" y="149"/>
                  </a:cubicBezTo>
                </a:path>
              </a:pathLst>
            </a:custGeom>
            <a:ln cap="rnd" w="39600">
              <a:solidFill>
                <a:srgbClr val="60c4e4"/>
              </a:solidFill>
              <a:bevel/>
            </a:ln>
          </p:spPr>
          <p:txBody>
            <a:bodyPr lIns="109800" rIns="109800" tIns="-11160" bIns="-11160" anchor="ctr" anchorCtr="1">
              <a:noAutofit/>
            </a:bodyPr>
            <a:p>
              <a:endParaRPr b="0" lang="fr-FR" sz="1800" spc="-1" strike="noStrike">
                <a:solidFill>
                  <a:srgbClr val="000000"/>
                </a:solidFill>
                <a:latin typeface="Noto Sans"/>
              </a:endParaRPr>
            </a:p>
          </p:txBody>
        </p:sp>
        <p:sp>
          <p:nvSpPr>
            <p:cNvPr id="252" name=""/>
            <p:cNvSpPr/>
            <p:nvPr/>
          </p:nvSpPr>
          <p:spPr>
            <a:xfrm>
              <a:off x="366480" y="3321000"/>
              <a:ext cx="28440" cy="75600"/>
            </a:xfrm>
            <a:custGeom>
              <a:avLst/>
              <a:gdLst/>
              <a:ahLst/>
              <a:rect l="0" t="0" r="r" b="b"/>
              <a:pathLst>
                <a:path fill="none" w="79" h="210">
                  <a:moveTo>
                    <a:pt x="79" y="0"/>
                  </a:moveTo>
                  <a:cubicBezTo>
                    <a:pt x="42" y="67"/>
                    <a:pt x="15" y="137"/>
                    <a:pt x="0" y="210"/>
                  </a:cubicBezTo>
                </a:path>
              </a:pathLst>
            </a:custGeom>
            <a:ln cap="rnd" w="39600">
              <a:solidFill>
                <a:srgbClr val="60c4e4"/>
              </a:solidFill>
              <a:bevel/>
            </a:ln>
          </p:spPr>
          <p:txBody>
            <a:bodyPr lIns="109800" rIns="109800" tIns="10800" bIns="10800" anchor="ctr" anchorCtr="1">
              <a:noAutofit/>
            </a:bodyPr>
            <a:p>
              <a:endParaRPr b="0" lang="fr-FR" sz="1800" spc="-1" strike="noStrike">
                <a:solidFill>
                  <a:srgbClr val="000000"/>
                </a:solidFill>
                <a:latin typeface="Noto Sans"/>
              </a:endParaRPr>
            </a:p>
          </p:txBody>
        </p:sp>
        <p:sp>
          <p:nvSpPr>
            <p:cNvPr id="253" name=""/>
            <p:cNvSpPr/>
            <p:nvPr/>
          </p:nvSpPr>
          <p:spPr>
            <a:xfrm>
              <a:off x="360000" y="3475440"/>
              <a:ext cx="16920" cy="78120"/>
            </a:xfrm>
            <a:custGeom>
              <a:avLst/>
              <a:gdLst/>
              <a:ahLst/>
              <a:rect l="0" t="0" r="r" b="b"/>
              <a:pathLst>
                <a:path fill="none" w="47" h="217">
                  <a:moveTo>
                    <a:pt x="0" y="0"/>
                  </a:moveTo>
                  <a:cubicBezTo>
                    <a:pt x="6" y="74"/>
                    <a:pt x="21" y="147"/>
                    <a:pt x="47" y="217"/>
                  </a:cubicBezTo>
                </a:path>
              </a:pathLst>
            </a:custGeom>
            <a:ln cap="rnd" w="39600">
              <a:solidFill>
                <a:srgbClr val="60c4e4"/>
              </a:solidFill>
              <a:bevel/>
            </a:ln>
          </p:spPr>
          <p:txBody>
            <a:bodyPr lIns="109800" rIns="109800" tIns="13320" bIns="13320" anchor="ctr" anchorCtr="1">
              <a:noAutofit/>
            </a:bodyPr>
            <a:p>
              <a:endParaRPr b="0" lang="fr-FR" sz="1800" spc="-1" strike="noStrike">
                <a:solidFill>
                  <a:srgbClr val="000000"/>
                </a:solidFill>
                <a:latin typeface="Noto Sans"/>
              </a:endParaRPr>
            </a:p>
          </p:txBody>
        </p:sp>
        <p:sp>
          <p:nvSpPr>
            <p:cNvPr id="254" name=""/>
            <p:cNvSpPr/>
            <p:nvPr/>
          </p:nvSpPr>
          <p:spPr>
            <a:xfrm>
              <a:off x="415800" y="3625560"/>
              <a:ext cx="59040" cy="61200"/>
            </a:xfrm>
            <a:custGeom>
              <a:avLst/>
              <a:gdLst/>
              <a:ahLst/>
              <a:rect l="0" t="0" r="r" b="b"/>
              <a:pathLst>
                <a:path fill="none" w="164" h="170">
                  <a:moveTo>
                    <a:pt x="0" y="0"/>
                  </a:moveTo>
                  <a:cubicBezTo>
                    <a:pt x="46" y="63"/>
                    <a:pt x="101" y="121"/>
                    <a:pt x="164" y="170"/>
                  </a:cubicBezTo>
                </a:path>
              </a:pathLst>
            </a:custGeom>
            <a:ln cap="rnd" w="39600">
              <a:solidFill>
                <a:srgbClr val="60c4e4"/>
              </a:solidFill>
              <a:bevel/>
            </a:ln>
          </p:spPr>
          <p:txBody>
            <a:bodyPr lIns="109800" rIns="109800" tIns="-3600" bIns="-3600" anchor="ctr" anchorCtr="1">
              <a:noAutofit/>
            </a:bodyPr>
            <a:p>
              <a:endParaRPr b="0" lang="fr-FR" sz="1800" spc="-1" strike="noStrike">
                <a:solidFill>
                  <a:srgbClr val="000000"/>
                </a:solidFill>
                <a:latin typeface="Noto Sans"/>
              </a:endParaRPr>
            </a:p>
          </p:txBody>
        </p:sp>
        <p:sp>
          <p:nvSpPr>
            <p:cNvPr id="255" name=""/>
            <p:cNvSpPr/>
            <p:nvPr/>
          </p:nvSpPr>
          <p:spPr>
            <a:xfrm>
              <a:off x="551160" y="3732480"/>
              <a:ext cx="87840" cy="25200"/>
            </a:xfrm>
            <a:custGeom>
              <a:avLst/>
              <a:gdLst/>
              <a:ahLst/>
              <a:rect l="0" t="0" r="r" b="b"/>
              <a:pathLst>
                <a:path fill="none" w="244" h="70">
                  <a:moveTo>
                    <a:pt x="0" y="0"/>
                  </a:moveTo>
                  <a:cubicBezTo>
                    <a:pt x="78" y="33"/>
                    <a:pt x="160" y="57"/>
                    <a:pt x="244" y="70"/>
                  </a:cubicBezTo>
                </a:path>
              </a:pathLst>
            </a:custGeom>
            <a:ln cap="rnd" w="39600">
              <a:solidFill>
                <a:srgbClr val="60c4e4"/>
              </a:solidFill>
              <a:bevel/>
            </a:ln>
          </p:spPr>
          <p:txBody>
            <a:bodyPr lIns="109800" rIns="109800" tIns="-39600" bIns="-39600" anchor="ctr" anchorCtr="1">
              <a:noAutofit/>
            </a:bodyPr>
            <a:p>
              <a:endParaRPr b="0" lang="fr-FR" sz="1800" spc="-1" strike="noStrike">
                <a:solidFill>
                  <a:srgbClr val="000000"/>
                </a:solidFill>
                <a:latin typeface="Noto Sans"/>
              </a:endParaRPr>
            </a:p>
          </p:txBody>
        </p:sp>
        <p:sp>
          <p:nvSpPr>
            <p:cNvPr id="256" name=""/>
            <p:cNvSpPr/>
            <p:nvPr/>
          </p:nvSpPr>
          <p:spPr>
            <a:xfrm>
              <a:off x="686520" y="3801240"/>
              <a:ext cx="360" cy="78840"/>
            </a:xfrm>
            <a:custGeom>
              <a:avLst/>
              <a:gdLst/>
              <a:ahLst/>
              <a:rect l="0" t="0" r="r" b="b"/>
              <a:pathLst>
                <a:path fill="none" w="1" h="219">
                  <a:moveTo>
                    <a:pt x="0" y="0"/>
                  </a:moveTo>
                  <a:cubicBezTo>
                    <a:pt x="0" y="73"/>
                    <a:pt x="0" y="146"/>
                    <a:pt x="0" y="219"/>
                  </a:cubicBezTo>
                  <a:lnTo>
                    <a:pt x="1" y="219"/>
                  </a:lnTo>
                </a:path>
              </a:pathLst>
            </a:custGeom>
            <a:ln cap="rnd" w="39600">
              <a:solidFill>
                <a:srgbClr val="60c4e4"/>
              </a:solidFill>
              <a:bevel/>
            </a:ln>
          </p:spPr>
          <p:txBody>
            <a:bodyPr lIns="109800" rIns="109800" tIns="14040" bIns="14040" anchor="ctr" anchorCtr="1">
              <a:noAutofit/>
            </a:bodyPr>
            <a:p>
              <a:endParaRPr b="0" lang="fr-FR" sz="1800" spc="-1" strike="noStrike">
                <a:solidFill>
                  <a:srgbClr val="000000"/>
                </a:solidFill>
                <a:latin typeface="Noto Sans"/>
              </a:endParaRPr>
            </a:p>
          </p:txBody>
        </p:sp>
        <p:sp>
          <p:nvSpPr>
            <p:cNvPr id="257" name=""/>
            <p:cNvSpPr/>
            <p:nvPr/>
          </p:nvSpPr>
          <p:spPr>
            <a:xfrm>
              <a:off x="780480" y="388008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58" name=""/>
            <p:cNvSpPr/>
            <p:nvPr/>
          </p:nvSpPr>
          <p:spPr>
            <a:xfrm>
              <a:off x="96696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59" name=""/>
            <p:cNvSpPr/>
            <p:nvPr/>
          </p:nvSpPr>
          <p:spPr>
            <a:xfrm>
              <a:off x="1153800" y="388008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0" name=""/>
            <p:cNvSpPr/>
            <p:nvPr/>
          </p:nvSpPr>
          <p:spPr>
            <a:xfrm>
              <a:off x="134028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1" name=""/>
            <p:cNvSpPr/>
            <p:nvPr/>
          </p:nvSpPr>
          <p:spPr>
            <a:xfrm>
              <a:off x="1527120" y="388008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2" name=""/>
            <p:cNvSpPr/>
            <p:nvPr/>
          </p:nvSpPr>
          <p:spPr>
            <a:xfrm>
              <a:off x="171360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3" name=""/>
            <p:cNvSpPr/>
            <p:nvPr/>
          </p:nvSpPr>
          <p:spPr>
            <a:xfrm>
              <a:off x="190008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4" name=""/>
            <p:cNvSpPr/>
            <p:nvPr/>
          </p:nvSpPr>
          <p:spPr>
            <a:xfrm>
              <a:off x="208728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5" name=""/>
            <p:cNvSpPr/>
            <p:nvPr/>
          </p:nvSpPr>
          <p:spPr>
            <a:xfrm>
              <a:off x="227376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6" name=""/>
            <p:cNvSpPr/>
            <p:nvPr/>
          </p:nvSpPr>
          <p:spPr>
            <a:xfrm>
              <a:off x="246060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7" name=""/>
            <p:cNvSpPr/>
            <p:nvPr/>
          </p:nvSpPr>
          <p:spPr>
            <a:xfrm>
              <a:off x="264708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8" name=""/>
            <p:cNvSpPr/>
            <p:nvPr/>
          </p:nvSpPr>
          <p:spPr>
            <a:xfrm>
              <a:off x="2833920" y="388008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69" name=""/>
            <p:cNvSpPr/>
            <p:nvPr/>
          </p:nvSpPr>
          <p:spPr>
            <a:xfrm>
              <a:off x="3020400" y="388008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70" name=""/>
            <p:cNvSpPr/>
            <p:nvPr/>
          </p:nvSpPr>
          <p:spPr>
            <a:xfrm>
              <a:off x="3207240" y="3845160"/>
              <a:ext cx="51840" cy="34920"/>
            </a:xfrm>
            <a:custGeom>
              <a:avLst/>
              <a:gdLst/>
              <a:ahLst/>
              <a:rect l="0" t="0" r="r" b="b"/>
              <a:pathLst>
                <a:path fill="none" w="144" h="97">
                  <a:moveTo>
                    <a:pt x="0" y="97"/>
                  </a:moveTo>
                  <a:cubicBezTo>
                    <a:pt x="48" y="97"/>
                    <a:pt x="96" y="97"/>
                    <a:pt x="144" y="97"/>
                  </a:cubicBezTo>
                  <a:cubicBezTo>
                    <a:pt x="144" y="65"/>
                    <a:pt x="144" y="32"/>
                    <a:pt x="144" y="0"/>
                  </a:cubicBezTo>
                </a:path>
              </a:pathLst>
            </a:custGeom>
            <a:ln cap="rnd" w="39600">
              <a:solidFill>
                <a:srgbClr val="60c4e4"/>
              </a:solidFill>
              <a:bevel/>
            </a:ln>
          </p:spPr>
          <p:txBody>
            <a:bodyPr lIns="109800" rIns="109800" tIns="-29880" bIns="-29880" anchor="ctr" anchorCtr="1">
              <a:noAutofit/>
            </a:bodyPr>
            <a:p>
              <a:endParaRPr b="0" lang="fr-FR" sz="1800" spc="-1" strike="noStrike">
                <a:solidFill>
                  <a:srgbClr val="000000"/>
                </a:solidFill>
                <a:latin typeface="Noto Sans"/>
              </a:endParaRPr>
            </a:p>
          </p:txBody>
        </p:sp>
        <p:sp>
          <p:nvSpPr>
            <p:cNvPr id="271" name=""/>
            <p:cNvSpPr/>
            <p:nvPr/>
          </p:nvSpPr>
          <p:spPr>
            <a:xfrm>
              <a:off x="3259440" y="3686400"/>
              <a:ext cx="0" cy="79200"/>
            </a:xfrm>
            <a:custGeom>
              <a:avLst/>
              <a:gdLst/>
              <a:ahLst/>
              <a:rect l="0" t="0" r="r" b="b"/>
              <a:pathLst>
                <a:path fill="none" w="0" h="220">
                  <a:moveTo>
                    <a:pt x="0" y="220"/>
                  </a:moveTo>
                  <a:cubicBezTo>
                    <a:pt x="0" y="147"/>
                    <a:pt x="0" y="73"/>
                    <a:pt x="0" y="0"/>
                  </a:cubicBezTo>
                </a:path>
              </a:pathLst>
            </a:custGeom>
            <a:ln cap="rnd" w="39600">
              <a:solidFill>
                <a:srgbClr val="60c4e4"/>
              </a:solidFill>
              <a:bevel/>
            </a:ln>
          </p:spPr>
          <p:txBody>
            <a:bodyPr lIns="109800" rIns="109800" tIns="14400" bIns="14400" anchor="ctr" anchorCtr="1">
              <a:noAutofit/>
            </a:bodyPr>
            <a:p>
              <a:endParaRPr b="0" lang="fr-FR" sz="1800" spc="-1" strike="noStrike">
                <a:solidFill>
                  <a:srgbClr val="000000"/>
                </a:solidFill>
                <a:latin typeface="Noto Sans"/>
              </a:endParaRPr>
            </a:p>
          </p:txBody>
        </p:sp>
        <p:sp>
          <p:nvSpPr>
            <p:cNvPr id="272" name=""/>
            <p:cNvSpPr/>
            <p:nvPr/>
          </p:nvSpPr>
          <p:spPr>
            <a:xfrm>
              <a:off x="3259440" y="3550680"/>
              <a:ext cx="41040" cy="56160"/>
            </a:xfrm>
            <a:custGeom>
              <a:avLst/>
              <a:gdLst/>
              <a:ahLst/>
              <a:rect l="0" t="0" r="r" b="b"/>
              <a:pathLst>
                <a:path fill="none" w="114" h="156">
                  <a:moveTo>
                    <a:pt x="0" y="156"/>
                  </a:moveTo>
                  <a:cubicBezTo>
                    <a:pt x="0" y="117"/>
                    <a:pt x="0" y="79"/>
                    <a:pt x="0" y="40"/>
                  </a:cubicBezTo>
                  <a:cubicBezTo>
                    <a:pt x="38" y="27"/>
                    <a:pt x="76" y="13"/>
                    <a:pt x="114" y="0"/>
                  </a:cubicBezTo>
                </a:path>
              </a:pathLst>
            </a:custGeom>
            <a:ln cap="rnd" w="39600">
              <a:solidFill>
                <a:srgbClr val="60c4e4"/>
              </a:solidFill>
              <a:bevel/>
            </a:ln>
          </p:spPr>
          <p:txBody>
            <a:bodyPr lIns="109800" rIns="109800" tIns="-8640" bIns="-8640" anchor="ctr" anchorCtr="1">
              <a:noAutofit/>
            </a:bodyPr>
            <a:p>
              <a:endParaRPr b="0" lang="fr-FR" sz="1800" spc="-1" strike="noStrike">
                <a:solidFill>
                  <a:srgbClr val="000000"/>
                </a:solidFill>
                <a:latin typeface="Noto Sans"/>
              </a:endParaRPr>
            </a:p>
          </p:txBody>
        </p:sp>
        <p:sp>
          <p:nvSpPr>
            <p:cNvPr id="273" name=""/>
            <p:cNvSpPr/>
            <p:nvPr/>
          </p:nvSpPr>
          <p:spPr>
            <a:xfrm>
              <a:off x="3386520" y="3490560"/>
              <a:ext cx="87120" cy="30240"/>
            </a:xfrm>
            <a:custGeom>
              <a:avLst/>
              <a:gdLst/>
              <a:ahLst/>
              <a:rect l="0" t="0" r="r" b="b"/>
              <a:pathLst>
                <a:path fill="none" w="242" h="84">
                  <a:moveTo>
                    <a:pt x="0" y="84"/>
                  </a:moveTo>
                  <a:cubicBezTo>
                    <a:pt x="80" y="56"/>
                    <a:pt x="161" y="28"/>
                    <a:pt x="242" y="0"/>
                  </a:cubicBezTo>
                </a:path>
              </a:pathLst>
            </a:custGeom>
            <a:ln cap="rnd" w="39600">
              <a:solidFill>
                <a:srgbClr val="60c4e4"/>
              </a:solidFill>
              <a:bevel/>
            </a:ln>
          </p:spPr>
          <p:txBody>
            <a:bodyPr lIns="109800" rIns="109800" tIns="-34560" bIns="-34560" anchor="ctr" anchorCtr="1">
              <a:noAutofit/>
            </a:bodyPr>
            <a:p>
              <a:endParaRPr b="0" lang="fr-FR" sz="1800" spc="-1" strike="noStrike">
                <a:solidFill>
                  <a:srgbClr val="000000"/>
                </a:solidFill>
                <a:latin typeface="Noto Sans"/>
              </a:endParaRPr>
            </a:p>
          </p:txBody>
        </p:sp>
        <p:sp>
          <p:nvSpPr>
            <p:cNvPr id="274" name=""/>
            <p:cNvSpPr/>
            <p:nvPr/>
          </p:nvSpPr>
          <p:spPr>
            <a:xfrm>
              <a:off x="3559680" y="3429360"/>
              <a:ext cx="50760" cy="30960"/>
            </a:xfrm>
            <a:custGeom>
              <a:avLst/>
              <a:gdLst/>
              <a:ahLst/>
              <a:rect l="0" t="0" r="r" b="b"/>
              <a:pathLst>
                <a:path fill="none" w="141" h="86">
                  <a:moveTo>
                    <a:pt x="0" y="86"/>
                  </a:moveTo>
                  <a:cubicBezTo>
                    <a:pt x="47" y="70"/>
                    <a:pt x="94" y="53"/>
                    <a:pt x="141" y="37"/>
                  </a:cubicBezTo>
                  <a:cubicBezTo>
                    <a:pt x="108" y="25"/>
                    <a:pt x="76" y="12"/>
                    <a:pt x="43" y="0"/>
                  </a:cubicBezTo>
                </a:path>
              </a:pathLst>
            </a:custGeom>
            <a:ln cap="rnd" w="39600">
              <a:solidFill>
                <a:srgbClr val="60c4e4"/>
              </a:solidFill>
              <a:bevel/>
            </a:ln>
          </p:spPr>
          <p:txBody>
            <a:bodyPr lIns="109800" rIns="109800" tIns="-33840" bIns="-33840" anchor="ctr" anchorCtr="1">
              <a:noAutofit/>
            </a:bodyPr>
            <a:p>
              <a:endParaRPr b="0" lang="fr-FR" sz="1800" spc="-1" strike="noStrike">
                <a:solidFill>
                  <a:srgbClr val="000000"/>
                </a:solidFill>
                <a:latin typeface="Noto Sans"/>
              </a:endParaRPr>
            </a:p>
          </p:txBody>
        </p:sp>
        <p:sp>
          <p:nvSpPr>
            <p:cNvPr id="275" name=""/>
            <p:cNvSpPr/>
            <p:nvPr/>
          </p:nvSpPr>
          <p:spPr>
            <a:xfrm>
              <a:off x="3404160" y="3365280"/>
              <a:ext cx="85680" cy="32040"/>
            </a:xfrm>
            <a:custGeom>
              <a:avLst/>
              <a:gdLst/>
              <a:ahLst/>
              <a:rect l="0" t="0" r="r" b="b"/>
              <a:pathLst>
                <a:path fill="none" w="238" h="89">
                  <a:moveTo>
                    <a:pt x="238" y="89"/>
                  </a:moveTo>
                  <a:cubicBezTo>
                    <a:pt x="158" y="60"/>
                    <a:pt x="80" y="30"/>
                    <a:pt x="0" y="0"/>
                  </a:cubicBezTo>
                </a:path>
              </a:pathLst>
            </a:custGeom>
            <a:ln cap="rnd" w="39600">
              <a:solidFill>
                <a:srgbClr val="60c4e4"/>
              </a:solidFill>
              <a:bevel/>
            </a:ln>
          </p:spPr>
          <p:txBody>
            <a:bodyPr lIns="109800" rIns="109800" tIns="-32760" bIns="-32760" anchor="ctr" anchorCtr="1">
              <a:noAutofit/>
            </a:bodyPr>
            <a:p>
              <a:endParaRPr b="0" lang="fr-FR" sz="1800" spc="-1" strike="noStrike">
                <a:solidFill>
                  <a:srgbClr val="000000"/>
                </a:solidFill>
                <a:latin typeface="Noto Sans"/>
              </a:endParaRPr>
            </a:p>
          </p:txBody>
        </p:sp>
        <p:sp>
          <p:nvSpPr>
            <p:cNvPr id="276" name=""/>
            <p:cNvSpPr/>
            <p:nvPr/>
          </p:nvSpPr>
          <p:spPr>
            <a:xfrm>
              <a:off x="3259440" y="3287160"/>
              <a:ext cx="59760" cy="46080"/>
            </a:xfrm>
            <a:custGeom>
              <a:avLst/>
              <a:gdLst/>
              <a:ahLst/>
              <a:rect l="0" t="0" r="r" b="b"/>
              <a:pathLst>
                <a:path fill="none" w="166" h="128">
                  <a:moveTo>
                    <a:pt x="166" y="128"/>
                  </a:moveTo>
                  <a:cubicBezTo>
                    <a:pt x="110" y="107"/>
                    <a:pt x="55" y="87"/>
                    <a:pt x="0" y="66"/>
                  </a:cubicBezTo>
                  <a:cubicBezTo>
                    <a:pt x="0" y="44"/>
                    <a:pt x="0" y="22"/>
                    <a:pt x="0" y="0"/>
                  </a:cubicBezTo>
                </a:path>
              </a:pathLst>
            </a:custGeom>
            <a:ln cap="rnd" w="39600">
              <a:solidFill>
                <a:srgbClr val="60c4e4"/>
              </a:solidFill>
              <a:bevel/>
            </a:ln>
          </p:spPr>
          <p:txBody>
            <a:bodyPr lIns="109800" rIns="109800" tIns="-18720" bIns="-18720" anchor="ctr" anchorCtr="1">
              <a:noAutofit/>
            </a:bodyPr>
            <a:p>
              <a:endParaRPr b="0" lang="fr-FR" sz="1800" spc="-1" strike="noStrike">
                <a:solidFill>
                  <a:srgbClr val="000000"/>
                </a:solidFill>
                <a:latin typeface="Noto Sans"/>
              </a:endParaRPr>
            </a:p>
          </p:txBody>
        </p:sp>
        <p:sp>
          <p:nvSpPr>
            <p:cNvPr id="277" name=""/>
            <p:cNvSpPr/>
            <p:nvPr/>
          </p:nvSpPr>
          <p:spPr>
            <a:xfrm>
              <a:off x="3259440" y="3128040"/>
              <a:ext cx="0" cy="79560"/>
            </a:xfrm>
            <a:custGeom>
              <a:avLst/>
              <a:gdLst/>
              <a:ahLst/>
              <a:rect l="0" t="0" r="r" b="b"/>
              <a:pathLst>
                <a:path fill="none" w="0" h="221">
                  <a:moveTo>
                    <a:pt x="0" y="221"/>
                  </a:moveTo>
                  <a:cubicBezTo>
                    <a:pt x="0" y="147"/>
                    <a:pt x="0" y="74"/>
                    <a:pt x="0" y="0"/>
                  </a:cubicBezTo>
                </a:path>
              </a:pathLst>
            </a:custGeom>
            <a:ln cap="rnd" w="39600">
              <a:solidFill>
                <a:srgbClr val="60c4e4"/>
              </a:solidFill>
              <a:bevel/>
            </a:ln>
          </p:spPr>
          <p:txBody>
            <a:bodyPr lIns="109800" rIns="109800" tIns="14760" bIns="14760" anchor="ctr" anchorCtr="1">
              <a:noAutofit/>
            </a:bodyPr>
            <a:p>
              <a:endParaRPr b="0" lang="fr-FR" sz="1800" spc="-1" strike="noStrike">
                <a:solidFill>
                  <a:srgbClr val="000000"/>
                </a:solidFill>
                <a:latin typeface="Noto Sans"/>
              </a:endParaRPr>
            </a:p>
          </p:txBody>
        </p:sp>
        <p:sp>
          <p:nvSpPr>
            <p:cNvPr id="278" name=""/>
            <p:cNvSpPr/>
            <p:nvPr/>
          </p:nvSpPr>
          <p:spPr>
            <a:xfrm>
              <a:off x="3233520" y="2991240"/>
              <a:ext cx="25920" cy="57600"/>
            </a:xfrm>
            <a:custGeom>
              <a:avLst/>
              <a:gdLst/>
              <a:ahLst/>
              <a:rect l="0" t="0" r="r" b="b"/>
              <a:pathLst>
                <a:path fill="none" w="72" h="160">
                  <a:moveTo>
                    <a:pt x="72" y="160"/>
                  </a:moveTo>
                  <a:cubicBezTo>
                    <a:pt x="72" y="107"/>
                    <a:pt x="72" y="53"/>
                    <a:pt x="72" y="0"/>
                  </a:cubicBezTo>
                  <a:cubicBezTo>
                    <a:pt x="48" y="0"/>
                    <a:pt x="23" y="0"/>
                    <a:pt x="0" y="0"/>
                  </a:cubicBezTo>
                </a:path>
              </a:pathLst>
            </a:custGeom>
            <a:ln cap="rnd" w="39600">
              <a:solidFill>
                <a:srgbClr val="60c4e4"/>
              </a:solidFill>
              <a:bevel/>
            </a:ln>
          </p:spPr>
          <p:txBody>
            <a:bodyPr lIns="109800" rIns="109800" tIns="-7200" bIns="-7200" anchor="ctr" anchorCtr="1">
              <a:noAutofit/>
            </a:bodyPr>
            <a:p>
              <a:endParaRPr b="0" lang="fr-FR" sz="1800" spc="-1" strike="noStrike">
                <a:solidFill>
                  <a:srgbClr val="000000"/>
                </a:solidFill>
                <a:latin typeface="Noto Sans"/>
              </a:endParaRPr>
            </a:p>
          </p:txBody>
        </p:sp>
        <p:sp>
          <p:nvSpPr>
            <p:cNvPr id="279" name=""/>
            <p:cNvSpPr/>
            <p:nvPr/>
          </p:nvSpPr>
          <p:spPr>
            <a:xfrm>
              <a:off x="3140280" y="299124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0" name=""/>
            <p:cNvSpPr/>
            <p:nvPr/>
          </p:nvSpPr>
          <p:spPr>
            <a:xfrm>
              <a:off x="295380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1" name=""/>
            <p:cNvSpPr/>
            <p:nvPr/>
          </p:nvSpPr>
          <p:spPr>
            <a:xfrm>
              <a:off x="276732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2" name=""/>
            <p:cNvSpPr/>
            <p:nvPr/>
          </p:nvSpPr>
          <p:spPr>
            <a:xfrm>
              <a:off x="258012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3" name=""/>
            <p:cNvSpPr/>
            <p:nvPr/>
          </p:nvSpPr>
          <p:spPr>
            <a:xfrm>
              <a:off x="239364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4" name=""/>
            <p:cNvSpPr/>
            <p:nvPr/>
          </p:nvSpPr>
          <p:spPr>
            <a:xfrm>
              <a:off x="220680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5" name=""/>
            <p:cNvSpPr/>
            <p:nvPr/>
          </p:nvSpPr>
          <p:spPr>
            <a:xfrm>
              <a:off x="202032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6" name=""/>
            <p:cNvSpPr/>
            <p:nvPr/>
          </p:nvSpPr>
          <p:spPr>
            <a:xfrm>
              <a:off x="1833480" y="299124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7" name=""/>
            <p:cNvSpPr/>
            <p:nvPr/>
          </p:nvSpPr>
          <p:spPr>
            <a:xfrm>
              <a:off x="164700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8" name=""/>
            <p:cNvSpPr/>
            <p:nvPr/>
          </p:nvSpPr>
          <p:spPr>
            <a:xfrm>
              <a:off x="1459800" y="299124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89" name=""/>
            <p:cNvSpPr/>
            <p:nvPr/>
          </p:nvSpPr>
          <p:spPr>
            <a:xfrm>
              <a:off x="127332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90" name=""/>
            <p:cNvSpPr/>
            <p:nvPr/>
          </p:nvSpPr>
          <p:spPr>
            <a:xfrm>
              <a:off x="1086480" y="2991240"/>
              <a:ext cx="92880" cy="0"/>
            </a:xfrm>
            <a:custGeom>
              <a:avLst/>
              <a:gdLst/>
              <a:ahLst/>
              <a:rect l="0" t="0" r="r" b="b"/>
              <a:pathLst>
                <a:path fill="none" w="258" h="0">
                  <a:moveTo>
                    <a:pt x="0" y="0"/>
                  </a:moveTo>
                  <a:cubicBezTo>
                    <a:pt x="86" y="0"/>
                    <a:pt x="173" y="0"/>
                    <a:pt x="258"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291" name=""/>
            <p:cNvSpPr/>
            <p:nvPr/>
          </p:nvSpPr>
          <p:spPr>
            <a:xfrm>
              <a:off x="900000" y="2991240"/>
              <a:ext cx="93600" cy="0"/>
            </a:xfrm>
            <a:custGeom>
              <a:avLst/>
              <a:gdLst/>
              <a:ahLst/>
              <a:rect l="0" t="0" r="r" b="b"/>
              <a:pathLst>
                <a:path fill="none" w="260" h="0">
                  <a:moveTo>
                    <a:pt x="0" y="0"/>
                  </a:moveTo>
                  <a:cubicBezTo>
                    <a:pt x="87" y="0"/>
                    <a:pt x="173" y="0"/>
                    <a:pt x="260" y="0"/>
                  </a:cubicBezTo>
                </a:path>
              </a:pathLst>
            </a:custGeom>
            <a:ln cap="rnd" w="39600">
              <a:solidFill>
                <a:srgbClr val="60c4e4"/>
              </a:solidFill>
              <a:bevel/>
            </a:ln>
          </p:spPr>
          <p:txBody>
            <a:bodyPr lIns="109800" rIns="109800" tIns="-64800" bIns="-64800" anchor="ctr" anchorCtr="1">
              <a:noAutofit/>
            </a:bodyPr>
            <a:p>
              <a:endParaRPr b="0" lang="fr-FR" sz="1800" spc="-1" strike="noStrike">
                <a:solidFill>
                  <a:srgbClr val="000000"/>
                </a:solidFill>
                <a:latin typeface="Noto Sans"/>
              </a:endParaRPr>
            </a:p>
          </p:txBody>
        </p:sp>
      </p:grpSp>
      <p:grpSp>
        <p:nvGrpSpPr>
          <p:cNvPr id="292" name=""/>
          <p:cNvGrpSpPr/>
          <p:nvPr/>
        </p:nvGrpSpPr>
        <p:grpSpPr>
          <a:xfrm>
            <a:off x="360000" y="4143240"/>
            <a:ext cx="3258360" cy="888840"/>
            <a:chOff x="360000" y="4143240"/>
            <a:chExt cx="3258360" cy="888840"/>
          </a:xfrm>
        </p:grpSpPr>
        <p:sp>
          <p:nvSpPr>
            <p:cNvPr id="293" name=""/>
            <p:cNvSpPr/>
            <p:nvPr/>
          </p:nvSpPr>
          <p:spPr>
            <a:xfrm>
              <a:off x="469080" y="4210920"/>
              <a:ext cx="2974320" cy="762120"/>
            </a:xfrm>
            <a:custGeom>
              <a:avLst/>
              <a:gdLst/>
              <a:ahLst/>
              <a:rect l="0" t="0" r="r" b="b"/>
              <a:pathLst>
                <a:path w="8262" h="2117">
                  <a:moveTo>
                    <a:pt x="830" y="0"/>
                  </a:moveTo>
                  <a:cubicBezTo>
                    <a:pt x="830" y="127"/>
                    <a:pt x="830" y="254"/>
                    <a:pt x="830" y="381"/>
                  </a:cubicBezTo>
                  <a:cubicBezTo>
                    <a:pt x="689" y="385"/>
                    <a:pt x="551" y="419"/>
                    <a:pt x="429" y="479"/>
                  </a:cubicBezTo>
                  <a:cubicBezTo>
                    <a:pt x="298" y="543"/>
                    <a:pt x="190" y="634"/>
                    <a:pt x="115" y="745"/>
                  </a:cubicBezTo>
                  <a:cubicBezTo>
                    <a:pt x="40" y="856"/>
                    <a:pt x="0" y="981"/>
                    <a:pt x="0" y="1109"/>
                  </a:cubicBezTo>
                  <a:cubicBezTo>
                    <a:pt x="0" y="1237"/>
                    <a:pt x="40" y="1362"/>
                    <a:pt x="115" y="1473"/>
                  </a:cubicBezTo>
                  <a:cubicBezTo>
                    <a:pt x="190" y="1583"/>
                    <a:pt x="298" y="1675"/>
                    <a:pt x="429" y="1739"/>
                  </a:cubicBezTo>
                  <a:cubicBezTo>
                    <a:pt x="551" y="1799"/>
                    <a:pt x="689" y="1832"/>
                    <a:pt x="830" y="1836"/>
                  </a:cubicBezTo>
                  <a:cubicBezTo>
                    <a:pt x="830" y="1930"/>
                    <a:pt x="830" y="2023"/>
                    <a:pt x="830" y="2117"/>
                  </a:cubicBezTo>
                  <a:cubicBezTo>
                    <a:pt x="3010" y="2117"/>
                    <a:pt x="5190" y="2117"/>
                    <a:pt x="7369" y="2117"/>
                  </a:cubicBezTo>
                  <a:cubicBezTo>
                    <a:pt x="7369" y="1867"/>
                    <a:pt x="7369" y="1617"/>
                    <a:pt x="7369" y="1367"/>
                  </a:cubicBezTo>
                  <a:cubicBezTo>
                    <a:pt x="7666" y="1270"/>
                    <a:pt x="7964" y="1172"/>
                    <a:pt x="8262" y="1075"/>
                  </a:cubicBezTo>
                  <a:cubicBezTo>
                    <a:pt x="7964" y="971"/>
                    <a:pt x="7666" y="866"/>
                    <a:pt x="7369" y="762"/>
                  </a:cubicBezTo>
                  <a:cubicBezTo>
                    <a:pt x="7369" y="508"/>
                    <a:pt x="7369" y="254"/>
                    <a:pt x="7369" y="0"/>
                  </a:cubicBezTo>
                  <a:cubicBezTo>
                    <a:pt x="5190" y="0"/>
                    <a:pt x="3010" y="0"/>
                    <a:pt x="830" y="0"/>
                  </a:cubicBezTo>
                  <a:close/>
                </a:path>
              </a:pathLst>
            </a:custGeom>
            <a:solidFill>
              <a:srgbClr val="e54b89"/>
            </a:solidFill>
            <a:ln w="0">
              <a:noFill/>
            </a:ln>
          </p:spPr>
          <p:txBody>
            <a:bodyPr lIns="90000" rIns="90000" tIns="45000" bIns="45000" anchor="ctr" anchorCtr="1">
              <a:noAutofit/>
            </a:bodyPr>
            <a:p>
              <a:pPr algn="ctr">
                <a:spcBef>
                  <a:spcPts val="1191"/>
                </a:spcBef>
                <a:spcAft>
                  <a:spcPts val="992"/>
                </a:spcAft>
              </a:pPr>
              <a:r>
                <a:rPr b="0" lang="fr-FR" sz="1500" spc="-1" strike="noStrike">
                  <a:solidFill>
                    <a:srgbClr val="000000"/>
                  </a:solidFill>
                  <a:latin typeface="Arial Black"/>
                </a:rPr>
                <a:t>Gestion de Version</a:t>
              </a:r>
              <a:endParaRPr b="0" lang="fr-FR" sz="1500" spc="-1" strike="noStrike">
                <a:solidFill>
                  <a:srgbClr val="ffffff"/>
                </a:solidFill>
                <a:latin typeface="Noto Sans"/>
              </a:endParaRPr>
            </a:p>
            <a:p>
              <a:pPr algn="ctr"/>
              <a:r>
                <a:rPr b="0" lang="fr-FR" sz="1800" spc="-1" strike="noStrike">
                  <a:solidFill>
                    <a:srgbClr val="000000"/>
                  </a:solidFill>
                  <a:latin typeface="Arial Black"/>
                </a:rPr>
                <a:t>&amp; Collaboration</a:t>
              </a:r>
              <a:endParaRPr b="0" lang="fr-FR" sz="1800" spc="-1" strike="noStrike">
                <a:solidFill>
                  <a:srgbClr val="ffffff"/>
                </a:solidFill>
                <a:latin typeface="Noto Sans"/>
              </a:endParaRPr>
            </a:p>
          </p:txBody>
        </p:sp>
        <p:sp>
          <p:nvSpPr>
            <p:cNvPr id="294" name=""/>
            <p:cNvSpPr/>
            <p:nvPr/>
          </p:nvSpPr>
          <p:spPr>
            <a:xfrm>
              <a:off x="514440" y="4404960"/>
              <a:ext cx="477000" cy="405000"/>
            </a:xfrm>
            <a:custGeom>
              <a:avLst/>
              <a:gdLst/>
              <a:ahLst/>
              <a:rect l="0" t="0" r="r" b="b"/>
              <a:pathLst>
                <a:path w="1325" h="1125">
                  <a:moveTo>
                    <a:pt x="1325" y="563"/>
                  </a:moveTo>
                  <a:cubicBezTo>
                    <a:pt x="1325" y="661"/>
                    <a:pt x="1293" y="758"/>
                    <a:pt x="1235" y="844"/>
                  </a:cubicBezTo>
                  <a:cubicBezTo>
                    <a:pt x="1176" y="929"/>
                    <a:pt x="1094" y="999"/>
                    <a:pt x="994" y="1049"/>
                  </a:cubicBezTo>
                  <a:cubicBezTo>
                    <a:pt x="893" y="1098"/>
                    <a:pt x="778" y="1125"/>
                    <a:pt x="663" y="1125"/>
                  </a:cubicBezTo>
                  <a:cubicBezTo>
                    <a:pt x="546" y="1125"/>
                    <a:pt x="432" y="1098"/>
                    <a:pt x="332" y="1049"/>
                  </a:cubicBezTo>
                  <a:cubicBezTo>
                    <a:pt x="231" y="999"/>
                    <a:pt x="147" y="929"/>
                    <a:pt x="89" y="844"/>
                  </a:cubicBezTo>
                  <a:cubicBezTo>
                    <a:pt x="31" y="758"/>
                    <a:pt x="0" y="661"/>
                    <a:pt x="0" y="563"/>
                  </a:cubicBezTo>
                  <a:cubicBezTo>
                    <a:pt x="0" y="464"/>
                    <a:pt x="31" y="367"/>
                    <a:pt x="89" y="281"/>
                  </a:cubicBezTo>
                  <a:cubicBezTo>
                    <a:pt x="147" y="196"/>
                    <a:pt x="231" y="125"/>
                    <a:pt x="332" y="76"/>
                  </a:cubicBezTo>
                  <a:cubicBezTo>
                    <a:pt x="432" y="26"/>
                    <a:pt x="546" y="0"/>
                    <a:pt x="663" y="0"/>
                  </a:cubicBezTo>
                  <a:cubicBezTo>
                    <a:pt x="778" y="0"/>
                    <a:pt x="893" y="26"/>
                    <a:pt x="994" y="76"/>
                  </a:cubicBezTo>
                  <a:cubicBezTo>
                    <a:pt x="1094" y="125"/>
                    <a:pt x="1178" y="196"/>
                    <a:pt x="1235" y="281"/>
                  </a:cubicBezTo>
                  <a:cubicBezTo>
                    <a:pt x="1294" y="367"/>
                    <a:pt x="1325" y="464"/>
                    <a:pt x="1325" y="563"/>
                  </a:cubicBezTo>
                  <a:close/>
                </a:path>
              </a:pathLst>
            </a:custGeom>
            <a:solidFill>
              <a:srgbClr val="ffffff"/>
            </a:solidFill>
            <a:ln w="0">
              <a:noFill/>
            </a:ln>
          </p:spPr>
          <p:txBody>
            <a:bodyPr lIns="90000" rIns="90000" tIns="45000" bIns="45000" anchor="ctr" anchorCtr="1">
              <a:noAutofit/>
            </a:bodyPr>
            <a:p>
              <a:pPr algn="ctr">
                <a:lnSpc>
                  <a:spcPct val="100000"/>
                </a:lnSpc>
              </a:pPr>
              <a:r>
                <a:rPr b="1" lang="fr-FR" sz="3200" spc="-1" strike="noStrike">
                  <a:solidFill>
                    <a:srgbClr val="000000"/>
                  </a:solidFill>
                  <a:latin typeface="Linux Biolinum Keyboard O"/>
                </a:rPr>
                <a:t>4</a:t>
              </a:r>
              <a:endParaRPr b="0" lang="fr-FR" sz="3200" spc="-1" strike="noStrike">
                <a:solidFill>
                  <a:srgbClr val="000000"/>
                </a:solidFill>
                <a:latin typeface="Noto Sans"/>
              </a:endParaRPr>
            </a:p>
          </p:txBody>
        </p:sp>
        <p:sp>
          <p:nvSpPr>
            <p:cNvPr id="295" name=""/>
            <p:cNvSpPr/>
            <p:nvPr/>
          </p:nvSpPr>
          <p:spPr>
            <a:xfrm>
              <a:off x="686880" y="4143240"/>
              <a:ext cx="27000" cy="79200"/>
            </a:xfrm>
            <a:custGeom>
              <a:avLst/>
              <a:gdLst/>
              <a:ahLst/>
              <a:rect l="0" t="0" r="r" b="b"/>
              <a:pathLst>
                <a:path fill="none" w="75" h="220">
                  <a:moveTo>
                    <a:pt x="75" y="0"/>
                  </a:moveTo>
                  <a:cubicBezTo>
                    <a:pt x="51" y="0"/>
                    <a:pt x="25" y="0"/>
                    <a:pt x="0" y="0"/>
                  </a:cubicBezTo>
                  <a:cubicBezTo>
                    <a:pt x="0" y="73"/>
                    <a:pt x="0" y="147"/>
                    <a:pt x="0" y="220"/>
                  </a:cubicBezTo>
                </a:path>
              </a:pathLst>
            </a:custGeom>
            <a:ln cap="rnd" w="39600">
              <a:solidFill>
                <a:srgbClr val="e54b89"/>
              </a:solidFill>
              <a:bevel/>
            </a:ln>
          </p:spPr>
          <p:txBody>
            <a:bodyPr lIns="109800" rIns="109800" tIns="14400" bIns="14400" anchor="ctr" anchorCtr="1">
              <a:noAutofit/>
            </a:bodyPr>
            <a:p>
              <a:endParaRPr b="0" lang="fr-FR" sz="1800" spc="-1" strike="noStrike">
                <a:solidFill>
                  <a:srgbClr val="000000"/>
                </a:solidFill>
                <a:latin typeface="Noto Sans"/>
              </a:endParaRPr>
            </a:p>
          </p:txBody>
        </p:sp>
        <p:sp>
          <p:nvSpPr>
            <p:cNvPr id="296" name=""/>
            <p:cNvSpPr/>
            <p:nvPr/>
          </p:nvSpPr>
          <p:spPr>
            <a:xfrm>
              <a:off x="596520" y="4302000"/>
              <a:ext cx="90360" cy="15120"/>
            </a:xfrm>
            <a:custGeom>
              <a:avLst/>
              <a:gdLst/>
              <a:ahLst/>
              <a:rect l="0" t="0" r="r" b="b"/>
              <a:pathLst>
                <a:path fill="none" w="251" h="42">
                  <a:moveTo>
                    <a:pt x="251" y="0"/>
                  </a:moveTo>
                  <a:cubicBezTo>
                    <a:pt x="251" y="1"/>
                    <a:pt x="251" y="2"/>
                    <a:pt x="251" y="3"/>
                  </a:cubicBezTo>
                  <a:cubicBezTo>
                    <a:pt x="166" y="6"/>
                    <a:pt x="81" y="19"/>
                    <a:pt x="0" y="42"/>
                  </a:cubicBezTo>
                </a:path>
              </a:pathLst>
            </a:custGeom>
            <a:ln cap="rnd" w="39600">
              <a:solidFill>
                <a:srgbClr val="e54b89"/>
              </a:solidFill>
              <a:bevel/>
            </a:ln>
          </p:spPr>
          <p:txBody>
            <a:bodyPr lIns="109800" rIns="109800" tIns="-49680" bIns="-49680" anchor="ctr" anchorCtr="1">
              <a:noAutofit/>
            </a:bodyPr>
            <a:p>
              <a:endParaRPr b="0" lang="fr-FR" sz="1800" spc="-1" strike="noStrike">
                <a:solidFill>
                  <a:srgbClr val="000000"/>
                </a:solidFill>
                <a:latin typeface="Noto Sans"/>
              </a:endParaRPr>
            </a:p>
          </p:txBody>
        </p:sp>
        <p:sp>
          <p:nvSpPr>
            <p:cNvPr id="297" name=""/>
            <p:cNvSpPr/>
            <p:nvPr/>
          </p:nvSpPr>
          <p:spPr>
            <a:xfrm>
              <a:off x="444240" y="4352400"/>
              <a:ext cx="68760" cy="53640"/>
            </a:xfrm>
            <a:custGeom>
              <a:avLst/>
              <a:gdLst/>
              <a:ahLst/>
              <a:rect l="0" t="0" r="r" b="b"/>
              <a:pathLst>
                <a:path fill="none" w="191" h="149">
                  <a:moveTo>
                    <a:pt x="191" y="0"/>
                  </a:moveTo>
                  <a:cubicBezTo>
                    <a:pt x="120" y="42"/>
                    <a:pt x="57" y="92"/>
                    <a:pt x="0" y="149"/>
                  </a:cubicBezTo>
                </a:path>
              </a:pathLst>
            </a:custGeom>
            <a:ln cap="rnd" w="39600">
              <a:solidFill>
                <a:srgbClr val="e54b89"/>
              </a:solidFill>
              <a:bevel/>
            </a:ln>
          </p:spPr>
          <p:txBody>
            <a:bodyPr lIns="109800" rIns="109800" tIns="-11160" bIns="-11160" anchor="ctr" anchorCtr="1">
              <a:noAutofit/>
            </a:bodyPr>
            <a:p>
              <a:endParaRPr b="0" lang="fr-FR" sz="1800" spc="-1" strike="noStrike">
                <a:solidFill>
                  <a:srgbClr val="000000"/>
                </a:solidFill>
                <a:latin typeface="Noto Sans"/>
              </a:endParaRPr>
            </a:p>
          </p:txBody>
        </p:sp>
        <p:sp>
          <p:nvSpPr>
            <p:cNvPr id="298" name=""/>
            <p:cNvSpPr/>
            <p:nvPr/>
          </p:nvSpPr>
          <p:spPr>
            <a:xfrm>
              <a:off x="365760" y="4473000"/>
              <a:ext cx="28440" cy="75600"/>
            </a:xfrm>
            <a:custGeom>
              <a:avLst/>
              <a:gdLst/>
              <a:ahLst/>
              <a:rect l="0" t="0" r="r" b="b"/>
              <a:pathLst>
                <a:path fill="none" w="79" h="210">
                  <a:moveTo>
                    <a:pt x="79" y="0"/>
                  </a:moveTo>
                  <a:cubicBezTo>
                    <a:pt x="42" y="67"/>
                    <a:pt x="16" y="137"/>
                    <a:pt x="0" y="210"/>
                  </a:cubicBezTo>
                </a:path>
              </a:pathLst>
            </a:custGeom>
            <a:ln cap="rnd" w="39600">
              <a:solidFill>
                <a:srgbClr val="e54b89"/>
              </a:solidFill>
              <a:bevel/>
            </a:ln>
          </p:spPr>
          <p:txBody>
            <a:bodyPr lIns="109800" rIns="109800" tIns="10800" bIns="10800" anchor="ctr" anchorCtr="1">
              <a:noAutofit/>
            </a:bodyPr>
            <a:p>
              <a:endParaRPr b="0" lang="fr-FR" sz="1800" spc="-1" strike="noStrike">
                <a:solidFill>
                  <a:srgbClr val="000000"/>
                </a:solidFill>
                <a:latin typeface="Noto Sans"/>
              </a:endParaRPr>
            </a:p>
          </p:txBody>
        </p:sp>
        <p:sp>
          <p:nvSpPr>
            <p:cNvPr id="299" name=""/>
            <p:cNvSpPr/>
            <p:nvPr/>
          </p:nvSpPr>
          <p:spPr>
            <a:xfrm>
              <a:off x="360000" y="4627440"/>
              <a:ext cx="16920" cy="78120"/>
            </a:xfrm>
            <a:custGeom>
              <a:avLst/>
              <a:gdLst/>
              <a:ahLst/>
              <a:rect l="0" t="0" r="r" b="b"/>
              <a:pathLst>
                <a:path fill="none" w="47" h="217">
                  <a:moveTo>
                    <a:pt x="0" y="0"/>
                  </a:moveTo>
                  <a:cubicBezTo>
                    <a:pt x="5" y="74"/>
                    <a:pt x="21" y="147"/>
                    <a:pt x="47" y="217"/>
                  </a:cubicBezTo>
                </a:path>
              </a:pathLst>
            </a:custGeom>
            <a:ln cap="rnd" w="39600">
              <a:solidFill>
                <a:srgbClr val="e54b89"/>
              </a:solidFill>
              <a:bevel/>
            </a:ln>
          </p:spPr>
          <p:txBody>
            <a:bodyPr lIns="109800" rIns="109800" tIns="13320" bIns="13320" anchor="ctr" anchorCtr="1">
              <a:noAutofit/>
            </a:bodyPr>
            <a:p>
              <a:endParaRPr b="0" lang="fr-FR" sz="1800" spc="-1" strike="noStrike">
                <a:solidFill>
                  <a:srgbClr val="000000"/>
                </a:solidFill>
                <a:latin typeface="Noto Sans"/>
              </a:endParaRPr>
            </a:p>
          </p:txBody>
        </p:sp>
        <p:sp>
          <p:nvSpPr>
            <p:cNvPr id="300" name=""/>
            <p:cNvSpPr/>
            <p:nvPr/>
          </p:nvSpPr>
          <p:spPr>
            <a:xfrm>
              <a:off x="415440" y="4777560"/>
              <a:ext cx="59400" cy="61200"/>
            </a:xfrm>
            <a:custGeom>
              <a:avLst/>
              <a:gdLst/>
              <a:ahLst/>
              <a:rect l="0" t="0" r="r" b="b"/>
              <a:pathLst>
                <a:path fill="none" w="165" h="170">
                  <a:moveTo>
                    <a:pt x="0" y="0"/>
                  </a:moveTo>
                  <a:cubicBezTo>
                    <a:pt x="47" y="63"/>
                    <a:pt x="102" y="120"/>
                    <a:pt x="165" y="170"/>
                  </a:cubicBezTo>
                </a:path>
              </a:pathLst>
            </a:custGeom>
            <a:ln cap="rnd" w="39600">
              <a:solidFill>
                <a:srgbClr val="e54b89"/>
              </a:solidFill>
              <a:bevel/>
            </a:ln>
          </p:spPr>
          <p:txBody>
            <a:bodyPr lIns="109800" rIns="109800" tIns="-3600" bIns="-3600" anchor="ctr" anchorCtr="1">
              <a:noAutofit/>
            </a:bodyPr>
            <a:p>
              <a:endParaRPr b="0" lang="fr-FR" sz="1800" spc="-1" strike="noStrike">
                <a:solidFill>
                  <a:srgbClr val="000000"/>
                </a:solidFill>
                <a:latin typeface="Noto Sans"/>
              </a:endParaRPr>
            </a:p>
          </p:txBody>
        </p:sp>
        <p:sp>
          <p:nvSpPr>
            <p:cNvPr id="301" name=""/>
            <p:cNvSpPr/>
            <p:nvPr/>
          </p:nvSpPr>
          <p:spPr>
            <a:xfrm>
              <a:off x="551160" y="4884480"/>
              <a:ext cx="88200" cy="25200"/>
            </a:xfrm>
            <a:custGeom>
              <a:avLst/>
              <a:gdLst/>
              <a:ahLst/>
              <a:rect l="0" t="0" r="r" b="b"/>
              <a:pathLst>
                <a:path fill="none" w="245" h="70">
                  <a:moveTo>
                    <a:pt x="0" y="0"/>
                  </a:moveTo>
                  <a:cubicBezTo>
                    <a:pt x="78" y="33"/>
                    <a:pt x="160" y="57"/>
                    <a:pt x="245" y="70"/>
                  </a:cubicBezTo>
                </a:path>
              </a:pathLst>
            </a:custGeom>
            <a:ln cap="rnd" w="39600">
              <a:solidFill>
                <a:srgbClr val="e54b89"/>
              </a:solidFill>
              <a:bevel/>
            </a:ln>
          </p:spPr>
          <p:txBody>
            <a:bodyPr lIns="109800" rIns="109800" tIns="-39600" bIns="-39600" anchor="ctr" anchorCtr="1">
              <a:noAutofit/>
            </a:bodyPr>
            <a:p>
              <a:endParaRPr b="0" lang="fr-FR" sz="1800" spc="-1" strike="noStrike">
                <a:solidFill>
                  <a:srgbClr val="000000"/>
                </a:solidFill>
                <a:latin typeface="Noto Sans"/>
              </a:endParaRPr>
            </a:p>
          </p:txBody>
        </p:sp>
        <p:sp>
          <p:nvSpPr>
            <p:cNvPr id="302" name=""/>
            <p:cNvSpPr/>
            <p:nvPr/>
          </p:nvSpPr>
          <p:spPr>
            <a:xfrm>
              <a:off x="686880" y="4953240"/>
              <a:ext cx="360" cy="78840"/>
            </a:xfrm>
            <a:custGeom>
              <a:avLst/>
              <a:gdLst/>
              <a:ahLst/>
              <a:rect l="0" t="0" r="r" b="b"/>
              <a:pathLst>
                <a:path fill="none" w="1" h="219">
                  <a:moveTo>
                    <a:pt x="0" y="0"/>
                  </a:moveTo>
                  <a:cubicBezTo>
                    <a:pt x="0" y="73"/>
                    <a:pt x="0" y="146"/>
                    <a:pt x="0" y="219"/>
                  </a:cubicBezTo>
                  <a:lnTo>
                    <a:pt x="1" y="219"/>
                  </a:lnTo>
                </a:path>
              </a:pathLst>
            </a:custGeom>
            <a:ln cap="rnd" w="39600">
              <a:solidFill>
                <a:srgbClr val="e54b89"/>
              </a:solidFill>
              <a:bevel/>
            </a:ln>
          </p:spPr>
          <p:txBody>
            <a:bodyPr lIns="109800" rIns="109800" tIns="14040" bIns="14040" anchor="ctr" anchorCtr="1">
              <a:noAutofit/>
            </a:bodyPr>
            <a:p>
              <a:endParaRPr b="0" lang="fr-FR" sz="1800" spc="-1" strike="noStrike">
                <a:solidFill>
                  <a:srgbClr val="000000"/>
                </a:solidFill>
                <a:latin typeface="Noto Sans"/>
              </a:endParaRPr>
            </a:p>
          </p:txBody>
        </p:sp>
        <p:sp>
          <p:nvSpPr>
            <p:cNvPr id="303" name=""/>
            <p:cNvSpPr/>
            <p:nvPr/>
          </p:nvSpPr>
          <p:spPr>
            <a:xfrm>
              <a:off x="78084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04" name=""/>
            <p:cNvSpPr/>
            <p:nvPr/>
          </p:nvSpPr>
          <p:spPr>
            <a:xfrm>
              <a:off x="968400" y="503208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05" name=""/>
            <p:cNvSpPr/>
            <p:nvPr/>
          </p:nvSpPr>
          <p:spPr>
            <a:xfrm>
              <a:off x="115524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06" name=""/>
            <p:cNvSpPr/>
            <p:nvPr/>
          </p:nvSpPr>
          <p:spPr>
            <a:xfrm>
              <a:off x="1342800" y="503208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07" name=""/>
            <p:cNvSpPr/>
            <p:nvPr/>
          </p:nvSpPr>
          <p:spPr>
            <a:xfrm>
              <a:off x="152964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08" name=""/>
            <p:cNvSpPr/>
            <p:nvPr/>
          </p:nvSpPr>
          <p:spPr>
            <a:xfrm>
              <a:off x="171648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09" name=""/>
            <p:cNvSpPr/>
            <p:nvPr/>
          </p:nvSpPr>
          <p:spPr>
            <a:xfrm>
              <a:off x="190404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10" name=""/>
            <p:cNvSpPr/>
            <p:nvPr/>
          </p:nvSpPr>
          <p:spPr>
            <a:xfrm>
              <a:off x="209088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11" name=""/>
            <p:cNvSpPr/>
            <p:nvPr/>
          </p:nvSpPr>
          <p:spPr>
            <a:xfrm>
              <a:off x="227844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12" name=""/>
            <p:cNvSpPr/>
            <p:nvPr/>
          </p:nvSpPr>
          <p:spPr>
            <a:xfrm>
              <a:off x="246528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13" name=""/>
            <p:cNvSpPr/>
            <p:nvPr/>
          </p:nvSpPr>
          <p:spPr>
            <a:xfrm>
              <a:off x="2652480" y="503208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14" name=""/>
            <p:cNvSpPr/>
            <p:nvPr/>
          </p:nvSpPr>
          <p:spPr>
            <a:xfrm>
              <a:off x="2839680" y="503208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15" name=""/>
            <p:cNvSpPr/>
            <p:nvPr/>
          </p:nvSpPr>
          <p:spPr>
            <a:xfrm>
              <a:off x="3026880" y="503208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16" name=""/>
            <p:cNvSpPr/>
            <p:nvPr/>
          </p:nvSpPr>
          <p:spPr>
            <a:xfrm>
              <a:off x="3214080" y="4997160"/>
              <a:ext cx="52560" cy="34920"/>
            </a:xfrm>
            <a:custGeom>
              <a:avLst/>
              <a:gdLst/>
              <a:ahLst/>
              <a:rect l="0" t="0" r="r" b="b"/>
              <a:pathLst>
                <a:path fill="none" w="146" h="97">
                  <a:moveTo>
                    <a:pt x="0" y="97"/>
                  </a:moveTo>
                  <a:cubicBezTo>
                    <a:pt x="48" y="97"/>
                    <a:pt x="98" y="97"/>
                    <a:pt x="146" y="97"/>
                  </a:cubicBezTo>
                  <a:cubicBezTo>
                    <a:pt x="146" y="65"/>
                    <a:pt x="146" y="32"/>
                    <a:pt x="146" y="0"/>
                  </a:cubicBezTo>
                </a:path>
              </a:pathLst>
            </a:custGeom>
            <a:ln cap="rnd" w="39600">
              <a:solidFill>
                <a:srgbClr val="e54b89"/>
              </a:solidFill>
              <a:bevel/>
            </a:ln>
          </p:spPr>
          <p:txBody>
            <a:bodyPr lIns="109800" rIns="109800" tIns="-29880" bIns="-29880" anchor="ctr" anchorCtr="1">
              <a:noAutofit/>
            </a:bodyPr>
            <a:p>
              <a:endParaRPr b="0" lang="fr-FR" sz="1800" spc="-1" strike="noStrike">
                <a:solidFill>
                  <a:srgbClr val="000000"/>
                </a:solidFill>
                <a:latin typeface="Noto Sans"/>
              </a:endParaRPr>
            </a:p>
          </p:txBody>
        </p:sp>
        <p:sp>
          <p:nvSpPr>
            <p:cNvPr id="317" name=""/>
            <p:cNvSpPr/>
            <p:nvPr/>
          </p:nvSpPr>
          <p:spPr>
            <a:xfrm>
              <a:off x="3266280" y="4838400"/>
              <a:ext cx="0" cy="79200"/>
            </a:xfrm>
            <a:custGeom>
              <a:avLst/>
              <a:gdLst/>
              <a:ahLst/>
              <a:rect l="0" t="0" r="r" b="b"/>
              <a:pathLst>
                <a:path fill="none" w="0" h="220">
                  <a:moveTo>
                    <a:pt x="0" y="220"/>
                  </a:moveTo>
                  <a:cubicBezTo>
                    <a:pt x="0" y="147"/>
                    <a:pt x="0" y="73"/>
                    <a:pt x="0" y="0"/>
                  </a:cubicBezTo>
                </a:path>
              </a:pathLst>
            </a:custGeom>
            <a:ln cap="rnd" w="39600">
              <a:solidFill>
                <a:srgbClr val="e54b89"/>
              </a:solidFill>
              <a:bevel/>
            </a:ln>
          </p:spPr>
          <p:txBody>
            <a:bodyPr lIns="109800" rIns="109800" tIns="14400" bIns="14400" anchor="ctr" anchorCtr="1">
              <a:noAutofit/>
            </a:bodyPr>
            <a:p>
              <a:endParaRPr b="0" lang="fr-FR" sz="1800" spc="-1" strike="noStrike">
                <a:solidFill>
                  <a:srgbClr val="000000"/>
                </a:solidFill>
                <a:latin typeface="Noto Sans"/>
              </a:endParaRPr>
            </a:p>
          </p:txBody>
        </p:sp>
        <p:sp>
          <p:nvSpPr>
            <p:cNvPr id="318" name=""/>
            <p:cNvSpPr/>
            <p:nvPr/>
          </p:nvSpPr>
          <p:spPr>
            <a:xfrm>
              <a:off x="3266640" y="4702680"/>
              <a:ext cx="41040" cy="56160"/>
            </a:xfrm>
            <a:custGeom>
              <a:avLst/>
              <a:gdLst/>
              <a:ahLst/>
              <a:rect l="0" t="0" r="r" b="b"/>
              <a:pathLst>
                <a:path fill="none" w="114" h="156">
                  <a:moveTo>
                    <a:pt x="0" y="156"/>
                  </a:moveTo>
                  <a:cubicBezTo>
                    <a:pt x="0" y="117"/>
                    <a:pt x="0" y="79"/>
                    <a:pt x="0" y="40"/>
                  </a:cubicBezTo>
                  <a:cubicBezTo>
                    <a:pt x="38" y="27"/>
                    <a:pt x="77" y="13"/>
                    <a:pt x="114" y="0"/>
                  </a:cubicBezTo>
                </a:path>
              </a:pathLst>
            </a:custGeom>
            <a:ln cap="rnd" w="39600">
              <a:solidFill>
                <a:srgbClr val="e54b89"/>
              </a:solidFill>
              <a:bevel/>
            </a:ln>
          </p:spPr>
          <p:txBody>
            <a:bodyPr lIns="109800" rIns="109800" tIns="-8640" bIns="-8640" anchor="ctr" anchorCtr="1">
              <a:noAutofit/>
            </a:bodyPr>
            <a:p>
              <a:endParaRPr b="0" lang="fr-FR" sz="1800" spc="-1" strike="noStrike">
                <a:solidFill>
                  <a:srgbClr val="000000"/>
                </a:solidFill>
                <a:latin typeface="Noto Sans"/>
              </a:endParaRPr>
            </a:p>
          </p:txBody>
        </p:sp>
        <p:sp>
          <p:nvSpPr>
            <p:cNvPr id="319" name=""/>
            <p:cNvSpPr/>
            <p:nvPr/>
          </p:nvSpPr>
          <p:spPr>
            <a:xfrm>
              <a:off x="3394080" y="4642920"/>
              <a:ext cx="86400" cy="29520"/>
            </a:xfrm>
            <a:custGeom>
              <a:avLst/>
              <a:gdLst/>
              <a:ahLst/>
              <a:rect l="0" t="0" r="r" b="b"/>
              <a:pathLst>
                <a:path fill="none" w="240" h="82">
                  <a:moveTo>
                    <a:pt x="0" y="82"/>
                  </a:moveTo>
                  <a:cubicBezTo>
                    <a:pt x="79" y="55"/>
                    <a:pt x="160" y="26"/>
                    <a:pt x="240" y="0"/>
                  </a:cubicBezTo>
                </a:path>
              </a:pathLst>
            </a:custGeom>
            <a:ln cap="rnd" w="39600">
              <a:solidFill>
                <a:srgbClr val="e54b89"/>
              </a:solidFill>
              <a:bevel/>
            </a:ln>
          </p:spPr>
          <p:txBody>
            <a:bodyPr lIns="109800" rIns="109800" tIns="-35280" bIns="-35280" anchor="ctr" anchorCtr="1">
              <a:noAutofit/>
            </a:bodyPr>
            <a:p>
              <a:endParaRPr b="0" lang="fr-FR" sz="1800" spc="-1" strike="noStrike">
                <a:solidFill>
                  <a:srgbClr val="000000"/>
                </a:solidFill>
                <a:latin typeface="Noto Sans"/>
              </a:endParaRPr>
            </a:p>
          </p:txBody>
        </p:sp>
        <p:sp>
          <p:nvSpPr>
            <p:cNvPr id="320" name=""/>
            <p:cNvSpPr/>
            <p:nvPr/>
          </p:nvSpPr>
          <p:spPr>
            <a:xfrm>
              <a:off x="3567240" y="4581360"/>
              <a:ext cx="51120" cy="30960"/>
            </a:xfrm>
            <a:custGeom>
              <a:avLst/>
              <a:gdLst/>
              <a:ahLst/>
              <a:rect l="0" t="0" r="r" b="b"/>
              <a:pathLst>
                <a:path fill="none" w="142" h="86">
                  <a:moveTo>
                    <a:pt x="0" y="86"/>
                  </a:moveTo>
                  <a:cubicBezTo>
                    <a:pt x="47" y="70"/>
                    <a:pt x="95" y="53"/>
                    <a:pt x="142" y="37"/>
                  </a:cubicBezTo>
                  <a:cubicBezTo>
                    <a:pt x="110" y="25"/>
                    <a:pt x="78" y="12"/>
                    <a:pt x="45" y="0"/>
                  </a:cubicBezTo>
                </a:path>
              </a:pathLst>
            </a:custGeom>
            <a:ln cap="rnd" w="39600">
              <a:solidFill>
                <a:srgbClr val="e54b89"/>
              </a:solidFill>
              <a:bevel/>
            </a:ln>
          </p:spPr>
          <p:txBody>
            <a:bodyPr lIns="109800" rIns="109800" tIns="-33840" bIns="-33840" anchor="ctr" anchorCtr="1">
              <a:noAutofit/>
            </a:bodyPr>
            <a:p>
              <a:endParaRPr b="0" lang="fr-FR" sz="1800" spc="-1" strike="noStrike">
                <a:solidFill>
                  <a:srgbClr val="000000"/>
                </a:solidFill>
                <a:latin typeface="Noto Sans"/>
              </a:endParaRPr>
            </a:p>
          </p:txBody>
        </p:sp>
        <p:sp>
          <p:nvSpPr>
            <p:cNvPr id="321" name=""/>
            <p:cNvSpPr/>
            <p:nvPr/>
          </p:nvSpPr>
          <p:spPr>
            <a:xfrm>
              <a:off x="3411720" y="4517280"/>
              <a:ext cx="85680" cy="32040"/>
            </a:xfrm>
            <a:custGeom>
              <a:avLst/>
              <a:gdLst/>
              <a:ahLst/>
              <a:rect l="0" t="0" r="r" b="b"/>
              <a:pathLst>
                <a:path fill="none" w="238" h="89">
                  <a:moveTo>
                    <a:pt x="238" y="89"/>
                  </a:moveTo>
                  <a:cubicBezTo>
                    <a:pt x="158" y="59"/>
                    <a:pt x="80" y="30"/>
                    <a:pt x="0" y="0"/>
                  </a:cubicBezTo>
                </a:path>
              </a:pathLst>
            </a:custGeom>
            <a:ln cap="rnd" w="39600">
              <a:solidFill>
                <a:srgbClr val="e54b89"/>
              </a:solidFill>
              <a:bevel/>
            </a:ln>
          </p:spPr>
          <p:txBody>
            <a:bodyPr lIns="109800" rIns="109800" tIns="-32760" bIns="-32760" anchor="ctr" anchorCtr="1">
              <a:noAutofit/>
            </a:bodyPr>
            <a:p>
              <a:endParaRPr b="0" lang="fr-FR" sz="1800" spc="-1" strike="noStrike">
                <a:solidFill>
                  <a:srgbClr val="000000"/>
                </a:solidFill>
                <a:latin typeface="Noto Sans"/>
              </a:endParaRPr>
            </a:p>
          </p:txBody>
        </p:sp>
        <p:sp>
          <p:nvSpPr>
            <p:cNvPr id="322" name=""/>
            <p:cNvSpPr/>
            <p:nvPr/>
          </p:nvSpPr>
          <p:spPr>
            <a:xfrm>
              <a:off x="3266640" y="4439160"/>
              <a:ext cx="59760" cy="46080"/>
            </a:xfrm>
            <a:custGeom>
              <a:avLst/>
              <a:gdLst/>
              <a:ahLst/>
              <a:rect l="0" t="0" r="r" b="b"/>
              <a:pathLst>
                <a:path fill="none" w="166" h="128">
                  <a:moveTo>
                    <a:pt x="166" y="128"/>
                  </a:moveTo>
                  <a:cubicBezTo>
                    <a:pt x="111" y="107"/>
                    <a:pt x="55" y="87"/>
                    <a:pt x="0" y="66"/>
                  </a:cubicBezTo>
                  <a:cubicBezTo>
                    <a:pt x="0" y="44"/>
                    <a:pt x="0" y="22"/>
                    <a:pt x="0" y="0"/>
                  </a:cubicBezTo>
                </a:path>
              </a:pathLst>
            </a:custGeom>
            <a:ln cap="rnd" w="39600">
              <a:solidFill>
                <a:srgbClr val="e54b89"/>
              </a:solidFill>
              <a:bevel/>
            </a:ln>
          </p:spPr>
          <p:txBody>
            <a:bodyPr lIns="109800" rIns="109800" tIns="-18720" bIns="-18720" anchor="ctr" anchorCtr="1">
              <a:noAutofit/>
            </a:bodyPr>
            <a:p>
              <a:endParaRPr b="0" lang="fr-FR" sz="1800" spc="-1" strike="noStrike">
                <a:solidFill>
                  <a:srgbClr val="000000"/>
                </a:solidFill>
                <a:latin typeface="Noto Sans"/>
              </a:endParaRPr>
            </a:p>
          </p:txBody>
        </p:sp>
        <p:sp>
          <p:nvSpPr>
            <p:cNvPr id="323" name=""/>
            <p:cNvSpPr/>
            <p:nvPr/>
          </p:nvSpPr>
          <p:spPr>
            <a:xfrm>
              <a:off x="3266280" y="4280040"/>
              <a:ext cx="0" cy="79560"/>
            </a:xfrm>
            <a:custGeom>
              <a:avLst/>
              <a:gdLst/>
              <a:ahLst/>
              <a:rect l="0" t="0" r="r" b="b"/>
              <a:pathLst>
                <a:path fill="none" w="0" h="221">
                  <a:moveTo>
                    <a:pt x="0" y="221"/>
                  </a:moveTo>
                  <a:cubicBezTo>
                    <a:pt x="0" y="147"/>
                    <a:pt x="0" y="74"/>
                    <a:pt x="0" y="0"/>
                  </a:cubicBezTo>
                </a:path>
              </a:pathLst>
            </a:custGeom>
            <a:ln cap="rnd" w="39600">
              <a:solidFill>
                <a:srgbClr val="e54b89"/>
              </a:solidFill>
              <a:bevel/>
            </a:ln>
          </p:spPr>
          <p:txBody>
            <a:bodyPr lIns="109800" rIns="109800" tIns="14760" bIns="14760" anchor="ctr" anchorCtr="1">
              <a:noAutofit/>
            </a:bodyPr>
            <a:p>
              <a:endParaRPr b="0" lang="fr-FR" sz="1800" spc="-1" strike="noStrike">
                <a:solidFill>
                  <a:srgbClr val="000000"/>
                </a:solidFill>
                <a:latin typeface="Noto Sans"/>
              </a:endParaRPr>
            </a:p>
          </p:txBody>
        </p:sp>
        <p:sp>
          <p:nvSpPr>
            <p:cNvPr id="324" name=""/>
            <p:cNvSpPr/>
            <p:nvPr/>
          </p:nvSpPr>
          <p:spPr>
            <a:xfrm>
              <a:off x="3240720" y="4143240"/>
              <a:ext cx="25920" cy="57240"/>
            </a:xfrm>
            <a:custGeom>
              <a:avLst/>
              <a:gdLst/>
              <a:ahLst/>
              <a:rect l="0" t="0" r="r" b="b"/>
              <a:pathLst>
                <a:path fill="none" w="72" h="159">
                  <a:moveTo>
                    <a:pt x="72" y="159"/>
                  </a:moveTo>
                  <a:cubicBezTo>
                    <a:pt x="72" y="106"/>
                    <a:pt x="72" y="53"/>
                    <a:pt x="72" y="0"/>
                  </a:cubicBezTo>
                  <a:cubicBezTo>
                    <a:pt x="48" y="0"/>
                    <a:pt x="24" y="0"/>
                    <a:pt x="0" y="0"/>
                  </a:cubicBezTo>
                </a:path>
              </a:pathLst>
            </a:custGeom>
            <a:ln cap="rnd" w="39600">
              <a:solidFill>
                <a:srgbClr val="e54b89"/>
              </a:solidFill>
              <a:bevel/>
            </a:ln>
          </p:spPr>
          <p:txBody>
            <a:bodyPr lIns="109800" rIns="109800" tIns="-7560" bIns="-7560" anchor="ctr" anchorCtr="1">
              <a:noAutofit/>
            </a:bodyPr>
            <a:p>
              <a:endParaRPr b="0" lang="fr-FR" sz="1800" spc="-1" strike="noStrike">
                <a:solidFill>
                  <a:srgbClr val="000000"/>
                </a:solidFill>
                <a:latin typeface="Noto Sans"/>
              </a:endParaRPr>
            </a:p>
          </p:txBody>
        </p:sp>
        <p:sp>
          <p:nvSpPr>
            <p:cNvPr id="325" name=""/>
            <p:cNvSpPr/>
            <p:nvPr/>
          </p:nvSpPr>
          <p:spPr>
            <a:xfrm>
              <a:off x="314712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26" name=""/>
            <p:cNvSpPr/>
            <p:nvPr/>
          </p:nvSpPr>
          <p:spPr>
            <a:xfrm>
              <a:off x="2959560" y="414324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27" name=""/>
            <p:cNvSpPr/>
            <p:nvPr/>
          </p:nvSpPr>
          <p:spPr>
            <a:xfrm>
              <a:off x="277272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28" name=""/>
            <p:cNvSpPr/>
            <p:nvPr/>
          </p:nvSpPr>
          <p:spPr>
            <a:xfrm>
              <a:off x="258552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29" name=""/>
            <p:cNvSpPr/>
            <p:nvPr/>
          </p:nvSpPr>
          <p:spPr>
            <a:xfrm>
              <a:off x="239832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0" name=""/>
            <p:cNvSpPr/>
            <p:nvPr/>
          </p:nvSpPr>
          <p:spPr>
            <a:xfrm>
              <a:off x="221148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1" name=""/>
            <p:cNvSpPr/>
            <p:nvPr/>
          </p:nvSpPr>
          <p:spPr>
            <a:xfrm>
              <a:off x="202392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2" name=""/>
            <p:cNvSpPr/>
            <p:nvPr/>
          </p:nvSpPr>
          <p:spPr>
            <a:xfrm>
              <a:off x="183708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3" name=""/>
            <p:cNvSpPr/>
            <p:nvPr/>
          </p:nvSpPr>
          <p:spPr>
            <a:xfrm>
              <a:off x="1649520" y="414324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4" name=""/>
            <p:cNvSpPr/>
            <p:nvPr/>
          </p:nvSpPr>
          <p:spPr>
            <a:xfrm>
              <a:off x="146268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5" name=""/>
            <p:cNvSpPr/>
            <p:nvPr/>
          </p:nvSpPr>
          <p:spPr>
            <a:xfrm>
              <a:off x="1275120" y="414324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6" name=""/>
            <p:cNvSpPr/>
            <p:nvPr/>
          </p:nvSpPr>
          <p:spPr>
            <a:xfrm>
              <a:off x="1088280" y="4143240"/>
              <a:ext cx="93600" cy="0"/>
            </a:xfrm>
            <a:custGeom>
              <a:avLst/>
              <a:gdLst/>
              <a:ahLst/>
              <a:rect l="0" t="0" r="r" b="b"/>
              <a:pathLst>
                <a:path fill="none" w="260" h="0">
                  <a:moveTo>
                    <a:pt x="0" y="0"/>
                  </a:moveTo>
                  <a:cubicBezTo>
                    <a:pt x="87" y="0"/>
                    <a:pt x="173" y="0"/>
                    <a:pt x="260"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37" name=""/>
            <p:cNvSpPr/>
            <p:nvPr/>
          </p:nvSpPr>
          <p:spPr>
            <a:xfrm>
              <a:off x="901080" y="4143240"/>
              <a:ext cx="93240" cy="0"/>
            </a:xfrm>
            <a:custGeom>
              <a:avLst/>
              <a:gdLst/>
              <a:ahLst/>
              <a:rect l="0" t="0" r="r" b="b"/>
              <a:pathLst>
                <a:path fill="none" w="259" h="0">
                  <a:moveTo>
                    <a:pt x="0" y="0"/>
                  </a:moveTo>
                  <a:cubicBezTo>
                    <a:pt x="86" y="0"/>
                    <a:pt x="173" y="0"/>
                    <a:pt x="259" y="0"/>
                  </a:cubicBezTo>
                </a:path>
              </a:pathLst>
            </a:custGeom>
            <a:ln cap="rnd" w="39600">
              <a:solidFill>
                <a:srgbClr val="e54b89"/>
              </a:solidFill>
              <a:bevel/>
            </a:ln>
          </p:spPr>
          <p:txBody>
            <a:bodyPr lIns="109800" rIns="109800" tIns="-64800" bIns="-64800" anchor="ctr" anchorCtr="1">
              <a:noAutofit/>
            </a:bodyPr>
            <a:p>
              <a:endParaRPr b="0" lang="fr-FR" sz="1800" spc="-1" strike="noStrike">
                <a:solidFill>
                  <a:srgbClr val="000000"/>
                </a:solidFill>
                <a:latin typeface="Noto Sans"/>
              </a:endParaRPr>
            </a:p>
          </p:txBody>
        </p:sp>
      </p:grpSp>
      <p:grpSp>
        <p:nvGrpSpPr>
          <p:cNvPr id="338" name=""/>
          <p:cNvGrpSpPr/>
          <p:nvPr/>
        </p:nvGrpSpPr>
        <p:grpSpPr>
          <a:xfrm>
            <a:off x="360000" y="687600"/>
            <a:ext cx="4422960" cy="1152000"/>
            <a:chOff x="360000" y="687600"/>
            <a:chExt cx="4422960" cy="1152000"/>
          </a:xfrm>
        </p:grpSpPr>
        <p:sp>
          <p:nvSpPr>
            <p:cNvPr id="339" name=""/>
            <p:cNvSpPr/>
            <p:nvPr/>
          </p:nvSpPr>
          <p:spPr>
            <a:xfrm>
              <a:off x="3137040" y="1839600"/>
              <a:ext cx="93600" cy="0"/>
            </a:xfrm>
            <a:custGeom>
              <a:avLst/>
              <a:gdLst/>
              <a:ahLst/>
              <a:rect l="0" t="0" r="r" b="b"/>
              <a:pathLst>
                <a:path fill="none" w="260" h="0">
                  <a:moveTo>
                    <a:pt x="0" y="0"/>
                  </a:moveTo>
                  <a:cubicBezTo>
                    <a:pt x="86" y="0"/>
                    <a:pt x="174"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0" name=""/>
            <p:cNvSpPr/>
            <p:nvPr/>
          </p:nvSpPr>
          <p:spPr>
            <a:xfrm>
              <a:off x="294948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1" name=""/>
            <p:cNvSpPr/>
            <p:nvPr/>
          </p:nvSpPr>
          <p:spPr>
            <a:xfrm>
              <a:off x="2761200" y="1839600"/>
              <a:ext cx="93600" cy="0"/>
            </a:xfrm>
            <a:custGeom>
              <a:avLst/>
              <a:gdLst/>
              <a:ahLst/>
              <a:rect l="0" t="0" r="r" b="b"/>
              <a:pathLst>
                <a:path fill="none" w="260" h="0">
                  <a:moveTo>
                    <a:pt x="0" y="0"/>
                  </a:moveTo>
                  <a:cubicBezTo>
                    <a:pt x="86" y="0"/>
                    <a:pt x="174"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2" name=""/>
            <p:cNvSpPr/>
            <p:nvPr/>
          </p:nvSpPr>
          <p:spPr>
            <a:xfrm>
              <a:off x="257328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3" name=""/>
            <p:cNvSpPr/>
            <p:nvPr/>
          </p:nvSpPr>
          <p:spPr>
            <a:xfrm>
              <a:off x="2385000" y="1839600"/>
              <a:ext cx="93600" cy="0"/>
            </a:xfrm>
            <a:custGeom>
              <a:avLst/>
              <a:gdLst/>
              <a:ahLst/>
              <a:rect l="0" t="0" r="r" b="b"/>
              <a:pathLst>
                <a:path fill="none" w="260" h="0">
                  <a:moveTo>
                    <a:pt x="0" y="0"/>
                  </a:moveTo>
                  <a:cubicBezTo>
                    <a:pt x="86" y="0"/>
                    <a:pt x="174"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4" name=""/>
            <p:cNvSpPr/>
            <p:nvPr/>
          </p:nvSpPr>
          <p:spPr>
            <a:xfrm>
              <a:off x="219708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5" name=""/>
            <p:cNvSpPr/>
            <p:nvPr/>
          </p:nvSpPr>
          <p:spPr>
            <a:xfrm>
              <a:off x="200916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6" name=""/>
            <p:cNvSpPr/>
            <p:nvPr/>
          </p:nvSpPr>
          <p:spPr>
            <a:xfrm>
              <a:off x="182088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7" name=""/>
            <p:cNvSpPr/>
            <p:nvPr/>
          </p:nvSpPr>
          <p:spPr>
            <a:xfrm>
              <a:off x="163332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8" name=""/>
            <p:cNvSpPr/>
            <p:nvPr/>
          </p:nvSpPr>
          <p:spPr>
            <a:xfrm>
              <a:off x="144504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49" name=""/>
            <p:cNvSpPr/>
            <p:nvPr/>
          </p:nvSpPr>
          <p:spPr>
            <a:xfrm>
              <a:off x="125712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50" name=""/>
            <p:cNvSpPr/>
            <p:nvPr/>
          </p:nvSpPr>
          <p:spPr>
            <a:xfrm>
              <a:off x="1068840" y="1839600"/>
              <a:ext cx="93600" cy="0"/>
            </a:xfrm>
            <a:custGeom>
              <a:avLst/>
              <a:gdLst/>
              <a:ahLst/>
              <a:rect l="0" t="0" r="r" b="b"/>
              <a:pathLst>
                <a:path fill="none" w="260" h="0">
                  <a:moveTo>
                    <a:pt x="0" y="0"/>
                  </a:moveTo>
                  <a:cubicBezTo>
                    <a:pt x="86" y="0"/>
                    <a:pt x="174" y="0"/>
                    <a:pt x="260"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51" name=""/>
            <p:cNvSpPr/>
            <p:nvPr/>
          </p:nvSpPr>
          <p:spPr>
            <a:xfrm>
              <a:off x="880920" y="1839600"/>
              <a:ext cx="93960" cy="0"/>
            </a:xfrm>
            <a:custGeom>
              <a:avLst/>
              <a:gdLst/>
              <a:ahLst/>
              <a:rect l="0" t="0" r="r" b="b"/>
              <a:pathLst>
                <a:path fill="none" w="261" h="0">
                  <a:moveTo>
                    <a:pt x="0" y="0"/>
                  </a:moveTo>
                  <a:cubicBezTo>
                    <a:pt x="88" y="0"/>
                    <a:pt x="174" y="0"/>
                    <a:pt x="261" y="0"/>
                  </a:cubicBezTo>
                </a:path>
              </a:pathLst>
            </a:custGeom>
            <a:ln cap="rnd" w="39600">
              <a:solidFill>
                <a:srgbClr val="f8b621"/>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52" name=""/>
            <p:cNvSpPr/>
            <p:nvPr/>
          </p:nvSpPr>
          <p:spPr>
            <a:xfrm>
              <a:off x="469800" y="755280"/>
              <a:ext cx="2988000" cy="762120"/>
            </a:xfrm>
            <a:custGeom>
              <a:avLst/>
              <a:gdLst/>
              <a:ahLst/>
              <a:rect l="0" t="0" r="r" b="b"/>
              <a:pathLst>
                <a:path w="8300" h="2117">
                  <a:moveTo>
                    <a:pt x="834" y="0"/>
                  </a:moveTo>
                  <a:cubicBezTo>
                    <a:pt x="834" y="127"/>
                    <a:pt x="834" y="255"/>
                    <a:pt x="834" y="382"/>
                  </a:cubicBezTo>
                  <a:cubicBezTo>
                    <a:pt x="692" y="386"/>
                    <a:pt x="553" y="419"/>
                    <a:pt x="429" y="479"/>
                  </a:cubicBezTo>
                  <a:cubicBezTo>
                    <a:pt x="299" y="543"/>
                    <a:pt x="190" y="634"/>
                    <a:pt x="115" y="745"/>
                  </a:cubicBezTo>
                  <a:cubicBezTo>
                    <a:pt x="39" y="855"/>
                    <a:pt x="0" y="981"/>
                    <a:pt x="0" y="1109"/>
                  </a:cubicBezTo>
                  <a:cubicBezTo>
                    <a:pt x="0" y="1237"/>
                    <a:pt x="39" y="1362"/>
                    <a:pt x="115" y="1473"/>
                  </a:cubicBezTo>
                  <a:cubicBezTo>
                    <a:pt x="190" y="1584"/>
                    <a:pt x="299" y="1675"/>
                    <a:pt x="429" y="1739"/>
                  </a:cubicBezTo>
                  <a:cubicBezTo>
                    <a:pt x="553" y="1799"/>
                    <a:pt x="692" y="1833"/>
                    <a:pt x="834" y="1836"/>
                  </a:cubicBezTo>
                  <a:cubicBezTo>
                    <a:pt x="834" y="1930"/>
                    <a:pt x="834" y="2023"/>
                    <a:pt x="834" y="2117"/>
                  </a:cubicBezTo>
                  <a:cubicBezTo>
                    <a:pt x="3024" y="2117"/>
                    <a:pt x="5214" y="2117"/>
                    <a:pt x="7404" y="2117"/>
                  </a:cubicBezTo>
                  <a:cubicBezTo>
                    <a:pt x="7404" y="1867"/>
                    <a:pt x="7404" y="1617"/>
                    <a:pt x="7404" y="1367"/>
                  </a:cubicBezTo>
                  <a:cubicBezTo>
                    <a:pt x="7703" y="1270"/>
                    <a:pt x="8001" y="1172"/>
                    <a:pt x="8300" y="1075"/>
                  </a:cubicBezTo>
                  <a:cubicBezTo>
                    <a:pt x="8001" y="971"/>
                    <a:pt x="7703" y="866"/>
                    <a:pt x="7404" y="762"/>
                  </a:cubicBezTo>
                  <a:cubicBezTo>
                    <a:pt x="7404" y="508"/>
                    <a:pt x="7404" y="254"/>
                    <a:pt x="7404" y="0"/>
                  </a:cubicBezTo>
                  <a:cubicBezTo>
                    <a:pt x="5214" y="0"/>
                    <a:pt x="3024" y="0"/>
                    <a:pt x="834" y="0"/>
                  </a:cubicBezTo>
                  <a:close/>
                </a:path>
              </a:pathLst>
            </a:custGeom>
            <a:solidFill>
              <a:srgbClr val="7f59ae"/>
            </a:solidFill>
            <a:ln w="0">
              <a:noFill/>
            </a:ln>
          </p:spPr>
          <p:txBody>
            <a:bodyPr lIns="90000" rIns="90000" tIns="45000" bIns="45000" anchor="ctr" anchorCtr="1">
              <a:noAutofit/>
            </a:bodyPr>
            <a:p>
              <a:pPr algn="ctr">
                <a:spcBef>
                  <a:spcPts val="1191"/>
                </a:spcBef>
                <a:spcAft>
                  <a:spcPts val="992"/>
                </a:spcAft>
              </a:pPr>
              <a:r>
                <a:rPr b="1" lang="fr-FR" sz="1800" spc="-1" strike="noStrike">
                  <a:solidFill>
                    <a:srgbClr val="ffff00"/>
                  </a:solidFill>
                  <a:latin typeface="Gentium"/>
                </a:rPr>
                <a:t>Environnement  &amp;</a:t>
              </a:r>
              <a:endParaRPr b="0" lang="fr-FR" sz="1800" spc="-1" strike="noStrike">
                <a:solidFill>
                  <a:srgbClr val="ffffff"/>
                </a:solidFill>
                <a:latin typeface="Noto Sans"/>
              </a:endParaRPr>
            </a:p>
            <a:p>
              <a:pPr algn="ctr">
                <a:spcBef>
                  <a:spcPts val="1191"/>
                </a:spcBef>
                <a:spcAft>
                  <a:spcPts val="992"/>
                </a:spcAft>
              </a:pPr>
              <a:r>
                <a:rPr b="1" lang="fr-FR" sz="1800" spc="-1" strike="noStrike">
                  <a:solidFill>
                    <a:srgbClr val="ffff00"/>
                  </a:solidFill>
                  <a:latin typeface="Gentium"/>
                </a:rPr>
                <a:t>Système</a:t>
              </a:r>
              <a:endParaRPr b="0" lang="fr-FR" sz="1800" spc="-1" strike="noStrike">
                <a:solidFill>
                  <a:srgbClr val="ffffff"/>
                </a:solidFill>
                <a:latin typeface="Noto Sans"/>
              </a:endParaRPr>
            </a:p>
          </p:txBody>
        </p:sp>
        <p:sp>
          <p:nvSpPr>
            <p:cNvPr id="353" name=""/>
            <p:cNvSpPr/>
            <p:nvPr/>
          </p:nvSpPr>
          <p:spPr>
            <a:xfrm>
              <a:off x="515520" y="949680"/>
              <a:ext cx="478800" cy="404640"/>
            </a:xfrm>
            <a:custGeom>
              <a:avLst/>
              <a:gdLst/>
              <a:ahLst/>
              <a:rect l="0" t="0" r="r" b="b"/>
              <a:pathLst>
                <a:path w="1330" h="1124">
                  <a:moveTo>
                    <a:pt x="1330" y="562"/>
                  </a:moveTo>
                  <a:cubicBezTo>
                    <a:pt x="1330" y="661"/>
                    <a:pt x="1299" y="757"/>
                    <a:pt x="1241" y="843"/>
                  </a:cubicBezTo>
                  <a:cubicBezTo>
                    <a:pt x="1182" y="928"/>
                    <a:pt x="1098" y="999"/>
                    <a:pt x="997" y="1049"/>
                  </a:cubicBezTo>
                  <a:cubicBezTo>
                    <a:pt x="897" y="1098"/>
                    <a:pt x="782" y="1124"/>
                    <a:pt x="665" y="1124"/>
                  </a:cubicBezTo>
                  <a:cubicBezTo>
                    <a:pt x="548" y="1124"/>
                    <a:pt x="433" y="1098"/>
                    <a:pt x="332" y="1049"/>
                  </a:cubicBezTo>
                  <a:cubicBezTo>
                    <a:pt x="231" y="999"/>
                    <a:pt x="147" y="928"/>
                    <a:pt x="89" y="843"/>
                  </a:cubicBezTo>
                  <a:cubicBezTo>
                    <a:pt x="31" y="757"/>
                    <a:pt x="0" y="661"/>
                    <a:pt x="0" y="562"/>
                  </a:cubicBezTo>
                  <a:cubicBezTo>
                    <a:pt x="0" y="463"/>
                    <a:pt x="31" y="366"/>
                    <a:pt x="89" y="281"/>
                  </a:cubicBezTo>
                  <a:cubicBezTo>
                    <a:pt x="147" y="195"/>
                    <a:pt x="231" y="124"/>
                    <a:pt x="332" y="75"/>
                  </a:cubicBezTo>
                  <a:cubicBezTo>
                    <a:pt x="433" y="26"/>
                    <a:pt x="548" y="0"/>
                    <a:pt x="665" y="0"/>
                  </a:cubicBezTo>
                  <a:cubicBezTo>
                    <a:pt x="782" y="0"/>
                    <a:pt x="897" y="26"/>
                    <a:pt x="997" y="75"/>
                  </a:cubicBezTo>
                  <a:cubicBezTo>
                    <a:pt x="1098" y="124"/>
                    <a:pt x="1182" y="195"/>
                    <a:pt x="1241" y="281"/>
                  </a:cubicBezTo>
                  <a:cubicBezTo>
                    <a:pt x="1299" y="366"/>
                    <a:pt x="1330" y="463"/>
                    <a:pt x="1330" y="562"/>
                  </a:cubicBezTo>
                  <a:close/>
                </a:path>
              </a:pathLst>
            </a:custGeom>
            <a:solidFill>
              <a:srgbClr val="ffffff"/>
            </a:solidFill>
            <a:ln w="0">
              <a:noFill/>
            </a:ln>
          </p:spPr>
          <p:txBody>
            <a:bodyPr lIns="90000" rIns="90000" tIns="45000" bIns="45000" anchor="ctr" anchorCtr="1">
              <a:noAutofit/>
            </a:bodyPr>
            <a:p>
              <a:pPr algn="ctr">
                <a:lnSpc>
                  <a:spcPct val="100000"/>
                </a:lnSpc>
              </a:pPr>
              <a:r>
                <a:rPr b="1" lang="fr-FR" sz="3200" spc="-1" strike="noStrike">
                  <a:solidFill>
                    <a:srgbClr val="000000"/>
                  </a:solidFill>
                  <a:latin typeface="Linux Biolinum Keyboard O"/>
                </a:rPr>
                <a:t>1</a:t>
              </a:r>
              <a:endParaRPr b="0" lang="fr-FR" sz="3200" spc="-1" strike="noStrike">
                <a:solidFill>
                  <a:srgbClr val="000000"/>
                </a:solidFill>
                <a:latin typeface="Noto Sans"/>
              </a:endParaRPr>
            </a:p>
          </p:txBody>
        </p:sp>
        <p:sp>
          <p:nvSpPr>
            <p:cNvPr id="354" name=""/>
            <p:cNvSpPr/>
            <p:nvPr/>
          </p:nvSpPr>
          <p:spPr>
            <a:xfrm>
              <a:off x="688680" y="687600"/>
              <a:ext cx="27000" cy="79560"/>
            </a:xfrm>
            <a:custGeom>
              <a:avLst/>
              <a:gdLst/>
              <a:ahLst/>
              <a:rect l="0" t="0" r="r" b="b"/>
              <a:pathLst>
                <a:path fill="none" w="75" h="221">
                  <a:moveTo>
                    <a:pt x="75" y="0"/>
                  </a:moveTo>
                  <a:cubicBezTo>
                    <a:pt x="50" y="0"/>
                    <a:pt x="25" y="0"/>
                    <a:pt x="0" y="0"/>
                  </a:cubicBezTo>
                  <a:cubicBezTo>
                    <a:pt x="0" y="74"/>
                    <a:pt x="0" y="147"/>
                    <a:pt x="0" y="221"/>
                  </a:cubicBezTo>
                </a:path>
              </a:pathLst>
            </a:custGeom>
            <a:ln cap="rnd" w="39600">
              <a:solidFill>
                <a:srgbClr val="7f59ae"/>
              </a:solidFill>
              <a:bevel/>
            </a:ln>
          </p:spPr>
          <p:txBody>
            <a:bodyPr lIns="109800" rIns="109800" tIns="14760" bIns="14760" anchor="ctr" anchorCtr="1">
              <a:noAutofit/>
            </a:bodyPr>
            <a:p>
              <a:endParaRPr b="0" lang="fr-FR" sz="1800" spc="-1" strike="noStrike">
                <a:solidFill>
                  <a:srgbClr val="000000"/>
                </a:solidFill>
                <a:latin typeface="Noto Sans"/>
              </a:endParaRPr>
            </a:p>
          </p:txBody>
        </p:sp>
        <p:sp>
          <p:nvSpPr>
            <p:cNvPr id="355" name=""/>
            <p:cNvSpPr/>
            <p:nvPr/>
          </p:nvSpPr>
          <p:spPr>
            <a:xfrm>
              <a:off x="597600" y="846360"/>
              <a:ext cx="91080" cy="15120"/>
            </a:xfrm>
            <a:custGeom>
              <a:avLst/>
              <a:gdLst/>
              <a:ahLst/>
              <a:rect l="0" t="0" r="r" b="b"/>
              <a:pathLst>
                <a:path fill="none" w="253" h="42">
                  <a:moveTo>
                    <a:pt x="253" y="0"/>
                  </a:moveTo>
                  <a:cubicBezTo>
                    <a:pt x="253" y="1"/>
                    <a:pt x="253" y="3"/>
                    <a:pt x="253" y="4"/>
                  </a:cubicBezTo>
                  <a:cubicBezTo>
                    <a:pt x="167" y="6"/>
                    <a:pt x="82" y="19"/>
                    <a:pt x="0" y="42"/>
                  </a:cubicBezTo>
                </a:path>
              </a:pathLst>
            </a:custGeom>
            <a:ln cap="rnd" w="39600">
              <a:solidFill>
                <a:srgbClr val="7f59ae"/>
              </a:solidFill>
              <a:bevel/>
            </a:ln>
          </p:spPr>
          <p:txBody>
            <a:bodyPr lIns="109800" rIns="109800" tIns="-49680" bIns="-49680" anchor="ctr" anchorCtr="1">
              <a:noAutofit/>
            </a:bodyPr>
            <a:p>
              <a:endParaRPr b="0" lang="fr-FR" sz="1800" spc="-1" strike="noStrike">
                <a:solidFill>
                  <a:srgbClr val="000000"/>
                </a:solidFill>
                <a:latin typeface="Noto Sans"/>
              </a:endParaRPr>
            </a:p>
          </p:txBody>
        </p:sp>
        <p:sp>
          <p:nvSpPr>
            <p:cNvPr id="356" name=""/>
            <p:cNvSpPr/>
            <p:nvPr/>
          </p:nvSpPr>
          <p:spPr>
            <a:xfrm>
              <a:off x="444600" y="897120"/>
              <a:ext cx="69480" cy="53280"/>
            </a:xfrm>
            <a:custGeom>
              <a:avLst/>
              <a:gdLst/>
              <a:ahLst/>
              <a:rect l="0" t="0" r="r" b="b"/>
              <a:pathLst>
                <a:path fill="none" w="193" h="148">
                  <a:moveTo>
                    <a:pt x="193" y="0"/>
                  </a:moveTo>
                  <a:cubicBezTo>
                    <a:pt x="121" y="41"/>
                    <a:pt x="57" y="91"/>
                    <a:pt x="0" y="148"/>
                  </a:cubicBezTo>
                </a:path>
              </a:pathLst>
            </a:custGeom>
            <a:ln cap="rnd" w="39600">
              <a:solidFill>
                <a:srgbClr val="7f59ae"/>
              </a:solidFill>
              <a:bevel/>
            </a:ln>
          </p:spPr>
          <p:txBody>
            <a:bodyPr lIns="109800" rIns="109800" tIns="-11520" bIns="-11520" anchor="ctr" anchorCtr="1">
              <a:noAutofit/>
            </a:bodyPr>
            <a:p>
              <a:endParaRPr b="0" lang="fr-FR" sz="1800" spc="-1" strike="noStrike">
                <a:solidFill>
                  <a:srgbClr val="000000"/>
                </a:solidFill>
                <a:latin typeface="Noto Sans"/>
              </a:endParaRPr>
            </a:p>
          </p:txBody>
        </p:sp>
        <p:sp>
          <p:nvSpPr>
            <p:cNvPr id="357" name=""/>
            <p:cNvSpPr/>
            <p:nvPr/>
          </p:nvSpPr>
          <p:spPr>
            <a:xfrm>
              <a:off x="366120" y="1017360"/>
              <a:ext cx="28800" cy="75600"/>
            </a:xfrm>
            <a:custGeom>
              <a:avLst/>
              <a:gdLst/>
              <a:ahLst/>
              <a:rect l="0" t="0" r="r" b="b"/>
              <a:pathLst>
                <a:path fill="none" w="80" h="210">
                  <a:moveTo>
                    <a:pt x="80" y="0"/>
                  </a:moveTo>
                  <a:cubicBezTo>
                    <a:pt x="44" y="67"/>
                    <a:pt x="17" y="137"/>
                    <a:pt x="0" y="210"/>
                  </a:cubicBezTo>
                </a:path>
              </a:pathLst>
            </a:custGeom>
            <a:ln cap="rnd" w="39600">
              <a:solidFill>
                <a:srgbClr val="7f59ae"/>
              </a:solidFill>
              <a:bevel/>
            </a:ln>
          </p:spPr>
          <p:txBody>
            <a:bodyPr lIns="109800" rIns="109800" tIns="10800" bIns="10800" anchor="ctr" anchorCtr="1">
              <a:noAutofit/>
            </a:bodyPr>
            <a:p>
              <a:endParaRPr b="0" lang="fr-FR" sz="1800" spc="-1" strike="noStrike">
                <a:solidFill>
                  <a:srgbClr val="000000"/>
                </a:solidFill>
                <a:latin typeface="Noto Sans"/>
              </a:endParaRPr>
            </a:p>
          </p:txBody>
        </p:sp>
        <p:sp>
          <p:nvSpPr>
            <p:cNvPr id="358" name=""/>
            <p:cNvSpPr/>
            <p:nvPr/>
          </p:nvSpPr>
          <p:spPr>
            <a:xfrm>
              <a:off x="360000" y="1172160"/>
              <a:ext cx="16920" cy="77760"/>
            </a:xfrm>
            <a:custGeom>
              <a:avLst/>
              <a:gdLst/>
              <a:ahLst/>
              <a:rect l="0" t="0" r="r" b="b"/>
              <a:pathLst>
                <a:path fill="none" w="47" h="216">
                  <a:moveTo>
                    <a:pt x="0" y="0"/>
                  </a:moveTo>
                  <a:cubicBezTo>
                    <a:pt x="6" y="74"/>
                    <a:pt x="21" y="146"/>
                    <a:pt x="47" y="216"/>
                  </a:cubicBezTo>
                </a:path>
              </a:pathLst>
            </a:custGeom>
            <a:ln cap="rnd" w="39600">
              <a:solidFill>
                <a:srgbClr val="7f59ae"/>
              </a:solidFill>
              <a:bevel/>
            </a:ln>
          </p:spPr>
          <p:txBody>
            <a:bodyPr lIns="109800" rIns="109800" tIns="12960" bIns="12960" anchor="ctr" anchorCtr="1">
              <a:noAutofit/>
            </a:bodyPr>
            <a:p>
              <a:endParaRPr b="0" lang="fr-FR" sz="1800" spc="-1" strike="noStrike">
                <a:solidFill>
                  <a:srgbClr val="000000"/>
                </a:solidFill>
                <a:latin typeface="Noto Sans"/>
              </a:endParaRPr>
            </a:p>
          </p:txBody>
        </p:sp>
        <p:sp>
          <p:nvSpPr>
            <p:cNvPr id="359" name=""/>
            <p:cNvSpPr/>
            <p:nvPr/>
          </p:nvSpPr>
          <p:spPr>
            <a:xfrm>
              <a:off x="416160" y="1321920"/>
              <a:ext cx="59040" cy="61200"/>
            </a:xfrm>
            <a:custGeom>
              <a:avLst/>
              <a:gdLst/>
              <a:ahLst/>
              <a:rect l="0" t="0" r="r" b="b"/>
              <a:pathLst>
                <a:path fill="none" w="164" h="170">
                  <a:moveTo>
                    <a:pt x="0" y="0"/>
                  </a:moveTo>
                  <a:cubicBezTo>
                    <a:pt x="46" y="64"/>
                    <a:pt x="102" y="121"/>
                    <a:pt x="164" y="170"/>
                  </a:cubicBezTo>
                </a:path>
              </a:pathLst>
            </a:custGeom>
            <a:ln cap="rnd" w="39600">
              <a:solidFill>
                <a:srgbClr val="7f59ae"/>
              </a:solidFill>
              <a:bevel/>
            </a:ln>
          </p:spPr>
          <p:txBody>
            <a:bodyPr lIns="109800" rIns="109800" tIns="-3600" bIns="-3600" anchor="ctr" anchorCtr="1">
              <a:noAutofit/>
            </a:bodyPr>
            <a:p>
              <a:endParaRPr b="0" lang="fr-FR" sz="1800" spc="-1" strike="noStrike">
                <a:solidFill>
                  <a:srgbClr val="000000"/>
                </a:solidFill>
                <a:latin typeface="Noto Sans"/>
              </a:endParaRPr>
            </a:p>
          </p:txBody>
        </p:sp>
        <p:sp>
          <p:nvSpPr>
            <p:cNvPr id="360" name=""/>
            <p:cNvSpPr/>
            <p:nvPr/>
          </p:nvSpPr>
          <p:spPr>
            <a:xfrm>
              <a:off x="552600" y="1428840"/>
              <a:ext cx="88560" cy="25560"/>
            </a:xfrm>
            <a:custGeom>
              <a:avLst/>
              <a:gdLst/>
              <a:ahLst/>
              <a:rect l="0" t="0" r="r" b="b"/>
              <a:pathLst>
                <a:path fill="none" w="246" h="71">
                  <a:moveTo>
                    <a:pt x="0" y="0"/>
                  </a:moveTo>
                  <a:cubicBezTo>
                    <a:pt x="78" y="34"/>
                    <a:pt x="161" y="57"/>
                    <a:pt x="246" y="71"/>
                  </a:cubicBezTo>
                </a:path>
              </a:pathLst>
            </a:custGeom>
            <a:ln cap="rnd" w="39600">
              <a:solidFill>
                <a:srgbClr val="7f59ae"/>
              </a:solidFill>
              <a:bevel/>
            </a:ln>
          </p:spPr>
          <p:txBody>
            <a:bodyPr lIns="109800" rIns="109800" tIns="-39240" bIns="-39240" anchor="ctr" anchorCtr="1">
              <a:noAutofit/>
            </a:bodyPr>
            <a:p>
              <a:endParaRPr b="0" lang="fr-FR" sz="1800" spc="-1" strike="noStrike">
                <a:solidFill>
                  <a:srgbClr val="000000"/>
                </a:solidFill>
                <a:latin typeface="Noto Sans"/>
              </a:endParaRPr>
            </a:p>
          </p:txBody>
        </p:sp>
        <p:sp>
          <p:nvSpPr>
            <p:cNvPr id="361" name=""/>
            <p:cNvSpPr/>
            <p:nvPr/>
          </p:nvSpPr>
          <p:spPr>
            <a:xfrm>
              <a:off x="688680" y="1497600"/>
              <a:ext cx="360" cy="79200"/>
            </a:xfrm>
            <a:custGeom>
              <a:avLst/>
              <a:gdLst/>
              <a:ahLst/>
              <a:rect l="0" t="0" r="r" b="b"/>
              <a:pathLst>
                <a:path fill="none" w="1" h="220">
                  <a:moveTo>
                    <a:pt x="0" y="0"/>
                  </a:moveTo>
                  <a:cubicBezTo>
                    <a:pt x="0" y="73"/>
                    <a:pt x="0" y="147"/>
                    <a:pt x="0" y="220"/>
                  </a:cubicBezTo>
                  <a:lnTo>
                    <a:pt x="1" y="220"/>
                  </a:lnTo>
                </a:path>
              </a:pathLst>
            </a:custGeom>
            <a:ln cap="rnd" w="39600">
              <a:solidFill>
                <a:srgbClr val="7f59ae"/>
              </a:solidFill>
              <a:bevel/>
            </a:ln>
          </p:spPr>
          <p:txBody>
            <a:bodyPr lIns="109800" rIns="109800" tIns="14400" bIns="14400" anchor="ctr" anchorCtr="1">
              <a:noAutofit/>
            </a:bodyPr>
            <a:p>
              <a:endParaRPr b="0" lang="fr-FR" sz="1800" spc="-1" strike="noStrike">
                <a:solidFill>
                  <a:srgbClr val="000000"/>
                </a:solidFill>
                <a:latin typeface="Noto Sans"/>
              </a:endParaRPr>
            </a:p>
          </p:txBody>
        </p:sp>
        <p:sp>
          <p:nvSpPr>
            <p:cNvPr id="362" name=""/>
            <p:cNvSpPr/>
            <p:nvPr/>
          </p:nvSpPr>
          <p:spPr>
            <a:xfrm>
              <a:off x="783360" y="15768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63" name=""/>
            <p:cNvSpPr/>
            <p:nvPr/>
          </p:nvSpPr>
          <p:spPr>
            <a:xfrm>
              <a:off x="97128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64" name=""/>
            <p:cNvSpPr/>
            <p:nvPr/>
          </p:nvSpPr>
          <p:spPr>
            <a:xfrm>
              <a:off x="115920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65" name=""/>
            <p:cNvSpPr/>
            <p:nvPr/>
          </p:nvSpPr>
          <p:spPr>
            <a:xfrm>
              <a:off x="134748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66" name=""/>
            <p:cNvSpPr/>
            <p:nvPr/>
          </p:nvSpPr>
          <p:spPr>
            <a:xfrm>
              <a:off x="153504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67" name=""/>
            <p:cNvSpPr/>
            <p:nvPr/>
          </p:nvSpPr>
          <p:spPr>
            <a:xfrm>
              <a:off x="172332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68" name=""/>
            <p:cNvSpPr/>
            <p:nvPr/>
          </p:nvSpPr>
          <p:spPr>
            <a:xfrm>
              <a:off x="191124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69" name=""/>
            <p:cNvSpPr/>
            <p:nvPr/>
          </p:nvSpPr>
          <p:spPr>
            <a:xfrm>
              <a:off x="2099520" y="15768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70" name=""/>
            <p:cNvSpPr/>
            <p:nvPr/>
          </p:nvSpPr>
          <p:spPr>
            <a:xfrm>
              <a:off x="228744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71" name=""/>
            <p:cNvSpPr/>
            <p:nvPr/>
          </p:nvSpPr>
          <p:spPr>
            <a:xfrm>
              <a:off x="2475720" y="15768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72" name=""/>
            <p:cNvSpPr/>
            <p:nvPr/>
          </p:nvSpPr>
          <p:spPr>
            <a:xfrm>
              <a:off x="266364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73" name=""/>
            <p:cNvSpPr/>
            <p:nvPr/>
          </p:nvSpPr>
          <p:spPr>
            <a:xfrm>
              <a:off x="2851920" y="15768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74" name=""/>
            <p:cNvSpPr/>
            <p:nvPr/>
          </p:nvSpPr>
          <p:spPr>
            <a:xfrm>
              <a:off x="3039480" y="15768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75" name=""/>
            <p:cNvSpPr/>
            <p:nvPr/>
          </p:nvSpPr>
          <p:spPr>
            <a:xfrm>
              <a:off x="3227400" y="1541520"/>
              <a:ext cx="52920" cy="35280"/>
            </a:xfrm>
            <a:custGeom>
              <a:avLst/>
              <a:gdLst/>
              <a:ahLst/>
              <a:rect l="0" t="0" r="r" b="b"/>
              <a:pathLst>
                <a:path fill="none" w="147" h="98">
                  <a:moveTo>
                    <a:pt x="0" y="98"/>
                  </a:moveTo>
                  <a:cubicBezTo>
                    <a:pt x="49" y="98"/>
                    <a:pt x="98" y="98"/>
                    <a:pt x="147" y="98"/>
                  </a:cubicBezTo>
                  <a:cubicBezTo>
                    <a:pt x="147" y="65"/>
                    <a:pt x="147" y="33"/>
                    <a:pt x="147" y="0"/>
                  </a:cubicBezTo>
                </a:path>
              </a:pathLst>
            </a:custGeom>
            <a:ln cap="rnd" w="39600">
              <a:solidFill>
                <a:srgbClr val="7f59ae"/>
              </a:solidFill>
              <a:bevel/>
            </a:ln>
          </p:spPr>
          <p:txBody>
            <a:bodyPr lIns="109800" rIns="109800" tIns="-29520" bIns="-29520" anchor="ctr" anchorCtr="1">
              <a:noAutofit/>
            </a:bodyPr>
            <a:p>
              <a:endParaRPr b="0" lang="fr-FR" sz="1800" spc="-1" strike="noStrike">
                <a:solidFill>
                  <a:srgbClr val="000000"/>
                </a:solidFill>
                <a:latin typeface="Noto Sans"/>
              </a:endParaRPr>
            </a:p>
          </p:txBody>
        </p:sp>
        <p:sp>
          <p:nvSpPr>
            <p:cNvPr id="376" name=""/>
            <p:cNvSpPr/>
            <p:nvPr/>
          </p:nvSpPr>
          <p:spPr>
            <a:xfrm>
              <a:off x="3280320" y="1382760"/>
              <a:ext cx="0" cy="79560"/>
            </a:xfrm>
            <a:custGeom>
              <a:avLst/>
              <a:gdLst/>
              <a:ahLst/>
              <a:rect l="0" t="0" r="r" b="b"/>
              <a:pathLst>
                <a:path fill="none" w="0" h="221">
                  <a:moveTo>
                    <a:pt x="0" y="221"/>
                  </a:moveTo>
                  <a:cubicBezTo>
                    <a:pt x="0" y="147"/>
                    <a:pt x="0" y="74"/>
                    <a:pt x="0" y="0"/>
                  </a:cubicBezTo>
                </a:path>
              </a:pathLst>
            </a:custGeom>
            <a:ln cap="rnd" w="39600">
              <a:solidFill>
                <a:srgbClr val="7f59ae"/>
              </a:solidFill>
              <a:bevel/>
            </a:ln>
          </p:spPr>
          <p:txBody>
            <a:bodyPr lIns="109800" rIns="109800" tIns="14760" bIns="14760" anchor="ctr" anchorCtr="1">
              <a:noAutofit/>
            </a:bodyPr>
            <a:p>
              <a:endParaRPr b="0" lang="fr-FR" sz="1800" spc="-1" strike="noStrike">
                <a:solidFill>
                  <a:srgbClr val="000000"/>
                </a:solidFill>
                <a:latin typeface="Noto Sans"/>
              </a:endParaRPr>
            </a:p>
          </p:txBody>
        </p:sp>
        <p:sp>
          <p:nvSpPr>
            <p:cNvPr id="377" name=""/>
            <p:cNvSpPr/>
            <p:nvPr/>
          </p:nvSpPr>
          <p:spPr>
            <a:xfrm>
              <a:off x="3280320" y="1247040"/>
              <a:ext cx="41400" cy="56160"/>
            </a:xfrm>
            <a:custGeom>
              <a:avLst/>
              <a:gdLst/>
              <a:ahLst/>
              <a:rect l="0" t="0" r="r" b="b"/>
              <a:pathLst>
                <a:path fill="none" w="115" h="156">
                  <a:moveTo>
                    <a:pt x="0" y="156"/>
                  </a:moveTo>
                  <a:cubicBezTo>
                    <a:pt x="0" y="117"/>
                    <a:pt x="0" y="79"/>
                    <a:pt x="0" y="40"/>
                  </a:cubicBezTo>
                  <a:cubicBezTo>
                    <a:pt x="38" y="27"/>
                    <a:pt x="77" y="13"/>
                    <a:pt x="115" y="0"/>
                  </a:cubicBezTo>
                </a:path>
              </a:pathLst>
            </a:custGeom>
            <a:ln cap="rnd" w="39600">
              <a:solidFill>
                <a:srgbClr val="7f59ae"/>
              </a:solidFill>
              <a:bevel/>
            </a:ln>
          </p:spPr>
          <p:txBody>
            <a:bodyPr lIns="109800" rIns="109800" tIns="-8640" bIns="-8640" anchor="ctr" anchorCtr="1">
              <a:noAutofit/>
            </a:bodyPr>
            <a:p>
              <a:endParaRPr b="0" lang="fr-FR" sz="1800" spc="-1" strike="noStrike">
                <a:solidFill>
                  <a:srgbClr val="000000"/>
                </a:solidFill>
                <a:latin typeface="Noto Sans"/>
              </a:endParaRPr>
            </a:p>
          </p:txBody>
        </p:sp>
        <p:sp>
          <p:nvSpPr>
            <p:cNvPr id="378" name=""/>
            <p:cNvSpPr/>
            <p:nvPr/>
          </p:nvSpPr>
          <p:spPr>
            <a:xfrm>
              <a:off x="3408480" y="1186920"/>
              <a:ext cx="87480" cy="30240"/>
            </a:xfrm>
            <a:custGeom>
              <a:avLst/>
              <a:gdLst/>
              <a:ahLst/>
              <a:rect l="0" t="0" r="r" b="b"/>
              <a:pathLst>
                <a:path fill="none" w="243" h="84">
                  <a:moveTo>
                    <a:pt x="0" y="84"/>
                  </a:moveTo>
                  <a:cubicBezTo>
                    <a:pt x="81" y="56"/>
                    <a:pt x="161" y="28"/>
                    <a:pt x="243" y="0"/>
                  </a:cubicBezTo>
                </a:path>
              </a:pathLst>
            </a:custGeom>
            <a:ln cap="rnd" w="39600">
              <a:solidFill>
                <a:srgbClr val="7f59ae"/>
              </a:solidFill>
              <a:bevel/>
            </a:ln>
          </p:spPr>
          <p:txBody>
            <a:bodyPr lIns="109800" rIns="109800" tIns="-34560" bIns="-34560" anchor="ctr" anchorCtr="1">
              <a:noAutofit/>
            </a:bodyPr>
            <a:p>
              <a:endParaRPr b="0" lang="fr-FR" sz="1800" spc="-1" strike="noStrike">
                <a:solidFill>
                  <a:srgbClr val="000000"/>
                </a:solidFill>
                <a:latin typeface="Noto Sans"/>
              </a:endParaRPr>
            </a:p>
          </p:txBody>
        </p:sp>
        <p:sp>
          <p:nvSpPr>
            <p:cNvPr id="379" name=""/>
            <p:cNvSpPr/>
            <p:nvPr/>
          </p:nvSpPr>
          <p:spPr>
            <a:xfrm>
              <a:off x="3582720" y="1125720"/>
              <a:ext cx="51120" cy="30960"/>
            </a:xfrm>
            <a:custGeom>
              <a:avLst/>
              <a:gdLst/>
              <a:ahLst/>
              <a:rect l="0" t="0" r="r" b="b"/>
              <a:pathLst>
                <a:path fill="none" w="142" h="86">
                  <a:moveTo>
                    <a:pt x="0" y="86"/>
                  </a:moveTo>
                  <a:cubicBezTo>
                    <a:pt x="47" y="70"/>
                    <a:pt x="95" y="53"/>
                    <a:pt x="142" y="37"/>
                  </a:cubicBezTo>
                  <a:cubicBezTo>
                    <a:pt x="109" y="25"/>
                    <a:pt x="77" y="12"/>
                    <a:pt x="44" y="0"/>
                  </a:cubicBezTo>
                </a:path>
              </a:pathLst>
            </a:custGeom>
            <a:ln cap="rnd" w="39600">
              <a:solidFill>
                <a:srgbClr val="7f59ae"/>
              </a:solidFill>
              <a:bevel/>
            </a:ln>
          </p:spPr>
          <p:txBody>
            <a:bodyPr lIns="109800" rIns="109800" tIns="-33840" bIns="-33840" anchor="ctr" anchorCtr="1">
              <a:noAutofit/>
            </a:bodyPr>
            <a:p>
              <a:endParaRPr b="0" lang="fr-FR" sz="1800" spc="-1" strike="noStrike">
                <a:solidFill>
                  <a:srgbClr val="000000"/>
                </a:solidFill>
                <a:latin typeface="Noto Sans"/>
              </a:endParaRPr>
            </a:p>
          </p:txBody>
        </p:sp>
        <p:sp>
          <p:nvSpPr>
            <p:cNvPr id="380" name=""/>
            <p:cNvSpPr/>
            <p:nvPr/>
          </p:nvSpPr>
          <p:spPr>
            <a:xfrm>
              <a:off x="3426120" y="1061640"/>
              <a:ext cx="86040" cy="32040"/>
            </a:xfrm>
            <a:custGeom>
              <a:avLst/>
              <a:gdLst/>
              <a:ahLst/>
              <a:rect l="0" t="0" r="r" b="b"/>
              <a:pathLst>
                <a:path fill="none" w="239" h="89">
                  <a:moveTo>
                    <a:pt x="239" y="89"/>
                  </a:moveTo>
                  <a:cubicBezTo>
                    <a:pt x="160" y="59"/>
                    <a:pt x="80" y="29"/>
                    <a:pt x="0" y="0"/>
                  </a:cubicBezTo>
                </a:path>
              </a:pathLst>
            </a:custGeom>
            <a:ln cap="rnd" w="39600">
              <a:solidFill>
                <a:srgbClr val="7f59ae"/>
              </a:solidFill>
              <a:bevel/>
            </a:ln>
          </p:spPr>
          <p:txBody>
            <a:bodyPr lIns="109800" rIns="109800" tIns="-32760" bIns="-32760" anchor="ctr" anchorCtr="1">
              <a:noAutofit/>
            </a:bodyPr>
            <a:p>
              <a:endParaRPr b="0" lang="fr-FR" sz="1800" spc="-1" strike="noStrike">
                <a:solidFill>
                  <a:srgbClr val="000000"/>
                </a:solidFill>
                <a:latin typeface="Noto Sans"/>
              </a:endParaRPr>
            </a:p>
          </p:txBody>
        </p:sp>
        <p:sp>
          <p:nvSpPr>
            <p:cNvPr id="381" name=""/>
            <p:cNvSpPr/>
            <p:nvPr/>
          </p:nvSpPr>
          <p:spPr>
            <a:xfrm>
              <a:off x="3280320" y="983520"/>
              <a:ext cx="60120" cy="46080"/>
            </a:xfrm>
            <a:custGeom>
              <a:avLst/>
              <a:gdLst/>
              <a:ahLst/>
              <a:rect l="0" t="0" r="r" b="b"/>
              <a:pathLst>
                <a:path fill="none" w="167" h="128">
                  <a:moveTo>
                    <a:pt x="167" y="128"/>
                  </a:moveTo>
                  <a:cubicBezTo>
                    <a:pt x="111" y="107"/>
                    <a:pt x="56" y="87"/>
                    <a:pt x="0" y="66"/>
                  </a:cubicBezTo>
                  <a:cubicBezTo>
                    <a:pt x="0" y="44"/>
                    <a:pt x="0" y="22"/>
                    <a:pt x="0" y="0"/>
                  </a:cubicBezTo>
                </a:path>
              </a:pathLst>
            </a:custGeom>
            <a:ln cap="rnd" w="39600">
              <a:solidFill>
                <a:srgbClr val="7f59ae"/>
              </a:solidFill>
              <a:bevel/>
            </a:ln>
          </p:spPr>
          <p:txBody>
            <a:bodyPr lIns="109800" rIns="109800" tIns="-18720" bIns="-18720" anchor="ctr" anchorCtr="1">
              <a:noAutofit/>
            </a:bodyPr>
            <a:p>
              <a:endParaRPr b="0" lang="fr-FR" sz="1800" spc="-1" strike="noStrike">
                <a:solidFill>
                  <a:srgbClr val="000000"/>
                </a:solidFill>
                <a:latin typeface="Noto Sans"/>
              </a:endParaRPr>
            </a:p>
          </p:txBody>
        </p:sp>
        <p:sp>
          <p:nvSpPr>
            <p:cNvPr id="382" name=""/>
            <p:cNvSpPr/>
            <p:nvPr/>
          </p:nvSpPr>
          <p:spPr>
            <a:xfrm>
              <a:off x="3280320" y="824400"/>
              <a:ext cx="0" cy="79560"/>
            </a:xfrm>
            <a:custGeom>
              <a:avLst/>
              <a:gdLst/>
              <a:ahLst/>
              <a:rect l="0" t="0" r="r" b="b"/>
              <a:pathLst>
                <a:path fill="none" w="0" h="221">
                  <a:moveTo>
                    <a:pt x="0" y="221"/>
                  </a:moveTo>
                  <a:cubicBezTo>
                    <a:pt x="0" y="147"/>
                    <a:pt x="0" y="74"/>
                    <a:pt x="0" y="0"/>
                  </a:cubicBezTo>
                </a:path>
              </a:pathLst>
            </a:custGeom>
            <a:ln cap="rnd" w="39600">
              <a:solidFill>
                <a:srgbClr val="7f59ae"/>
              </a:solidFill>
              <a:bevel/>
            </a:ln>
          </p:spPr>
          <p:txBody>
            <a:bodyPr lIns="109800" rIns="109800" tIns="14760" bIns="14760" anchor="ctr" anchorCtr="1">
              <a:noAutofit/>
            </a:bodyPr>
            <a:p>
              <a:endParaRPr b="0" lang="fr-FR" sz="1800" spc="-1" strike="noStrike">
                <a:solidFill>
                  <a:srgbClr val="000000"/>
                </a:solidFill>
                <a:latin typeface="Noto Sans"/>
              </a:endParaRPr>
            </a:p>
          </p:txBody>
        </p:sp>
        <p:sp>
          <p:nvSpPr>
            <p:cNvPr id="383" name=""/>
            <p:cNvSpPr/>
            <p:nvPr/>
          </p:nvSpPr>
          <p:spPr>
            <a:xfrm>
              <a:off x="3254400" y="687600"/>
              <a:ext cx="25920" cy="57600"/>
            </a:xfrm>
            <a:custGeom>
              <a:avLst/>
              <a:gdLst/>
              <a:ahLst/>
              <a:rect l="0" t="0" r="r" b="b"/>
              <a:pathLst>
                <a:path fill="none" w="72" h="160">
                  <a:moveTo>
                    <a:pt x="72" y="160"/>
                  </a:moveTo>
                  <a:cubicBezTo>
                    <a:pt x="72" y="107"/>
                    <a:pt x="72" y="53"/>
                    <a:pt x="72" y="0"/>
                  </a:cubicBezTo>
                  <a:cubicBezTo>
                    <a:pt x="49" y="0"/>
                    <a:pt x="24" y="0"/>
                    <a:pt x="0" y="0"/>
                  </a:cubicBezTo>
                </a:path>
              </a:pathLst>
            </a:custGeom>
            <a:ln cap="rnd" w="39600">
              <a:solidFill>
                <a:srgbClr val="7f59ae"/>
              </a:solidFill>
              <a:bevel/>
            </a:ln>
          </p:spPr>
          <p:txBody>
            <a:bodyPr lIns="109800" rIns="109800" tIns="-7200" bIns="-7200" anchor="ctr" anchorCtr="1">
              <a:noAutofit/>
            </a:bodyPr>
            <a:p>
              <a:endParaRPr b="0" lang="fr-FR" sz="1800" spc="-1" strike="noStrike">
                <a:solidFill>
                  <a:srgbClr val="000000"/>
                </a:solidFill>
                <a:latin typeface="Noto Sans"/>
              </a:endParaRPr>
            </a:p>
          </p:txBody>
        </p:sp>
        <p:sp>
          <p:nvSpPr>
            <p:cNvPr id="384" name=""/>
            <p:cNvSpPr/>
            <p:nvPr/>
          </p:nvSpPr>
          <p:spPr>
            <a:xfrm>
              <a:off x="3160080" y="6876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85" name=""/>
            <p:cNvSpPr/>
            <p:nvPr/>
          </p:nvSpPr>
          <p:spPr>
            <a:xfrm>
              <a:off x="297252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86" name=""/>
            <p:cNvSpPr/>
            <p:nvPr/>
          </p:nvSpPr>
          <p:spPr>
            <a:xfrm>
              <a:off x="2784240" y="6876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87" name=""/>
            <p:cNvSpPr/>
            <p:nvPr/>
          </p:nvSpPr>
          <p:spPr>
            <a:xfrm>
              <a:off x="259632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88" name=""/>
            <p:cNvSpPr/>
            <p:nvPr/>
          </p:nvSpPr>
          <p:spPr>
            <a:xfrm>
              <a:off x="2408040" y="6876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89" name=""/>
            <p:cNvSpPr/>
            <p:nvPr/>
          </p:nvSpPr>
          <p:spPr>
            <a:xfrm>
              <a:off x="222012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90" name=""/>
            <p:cNvSpPr/>
            <p:nvPr/>
          </p:nvSpPr>
          <p:spPr>
            <a:xfrm>
              <a:off x="203220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91" name=""/>
            <p:cNvSpPr/>
            <p:nvPr/>
          </p:nvSpPr>
          <p:spPr>
            <a:xfrm>
              <a:off x="184392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92" name=""/>
            <p:cNvSpPr/>
            <p:nvPr/>
          </p:nvSpPr>
          <p:spPr>
            <a:xfrm>
              <a:off x="165600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93" name=""/>
            <p:cNvSpPr/>
            <p:nvPr/>
          </p:nvSpPr>
          <p:spPr>
            <a:xfrm>
              <a:off x="146772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94" name=""/>
            <p:cNvSpPr/>
            <p:nvPr/>
          </p:nvSpPr>
          <p:spPr>
            <a:xfrm>
              <a:off x="128016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95" name=""/>
            <p:cNvSpPr/>
            <p:nvPr/>
          </p:nvSpPr>
          <p:spPr>
            <a:xfrm>
              <a:off x="1091880" y="687600"/>
              <a:ext cx="93600" cy="0"/>
            </a:xfrm>
            <a:custGeom>
              <a:avLst/>
              <a:gdLst/>
              <a:ahLst/>
              <a:rect l="0" t="0" r="r" b="b"/>
              <a:pathLst>
                <a:path fill="none" w="260" h="0">
                  <a:moveTo>
                    <a:pt x="0" y="0"/>
                  </a:moveTo>
                  <a:cubicBezTo>
                    <a:pt x="86" y="0"/>
                    <a:pt x="174" y="0"/>
                    <a:pt x="260"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sp>
          <p:nvSpPr>
            <p:cNvPr id="396" name=""/>
            <p:cNvSpPr/>
            <p:nvPr/>
          </p:nvSpPr>
          <p:spPr>
            <a:xfrm>
              <a:off x="903960" y="687600"/>
              <a:ext cx="93960" cy="0"/>
            </a:xfrm>
            <a:custGeom>
              <a:avLst/>
              <a:gdLst/>
              <a:ahLst/>
              <a:rect l="0" t="0" r="r" b="b"/>
              <a:pathLst>
                <a:path fill="none" w="261" h="0">
                  <a:moveTo>
                    <a:pt x="0" y="0"/>
                  </a:moveTo>
                  <a:cubicBezTo>
                    <a:pt x="88" y="0"/>
                    <a:pt x="174" y="0"/>
                    <a:pt x="261" y="0"/>
                  </a:cubicBezTo>
                </a:path>
              </a:pathLst>
            </a:custGeom>
            <a:ln cap="rnd" w="39600">
              <a:solidFill>
                <a:srgbClr val="7f59ae"/>
              </a:solidFill>
              <a:bevel/>
            </a:ln>
          </p:spPr>
          <p:txBody>
            <a:bodyPr lIns="109800" rIns="109800" tIns="-64800" bIns="-64800" anchor="ctr" anchorCtr="1">
              <a:noAutofit/>
            </a:bodyPr>
            <a:p>
              <a:endParaRPr b="0" lang="fr-FR" sz="1800" spc="-1" strike="noStrike">
                <a:solidFill>
                  <a:srgbClr val="000000"/>
                </a:solidFill>
                <a:latin typeface="Noto Sans"/>
              </a:endParaRPr>
            </a:p>
          </p:txBody>
        </p:sp>
        <p:pic>
          <p:nvPicPr>
            <p:cNvPr id="397" name="" descr=""/>
            <p:cNvPicPr/>
            <p:nvPr/>
          </p:nvPicPr>
          <p:blipFill>
            <a:blip r:embed="rId1"/>
            <a:stretch/>
          </p:blipFill>
          <p:spPr>
            <a:xfrm>
              <a:off x="3918960" y="720000"/>
              <a:ext cx="864000" cy="720000"/>
            </a:xfrm>
            <a:prstGeom prst="rect">
              <a:avLst/>
            </a:prstGeom>
            <a:ln w="18000">
              <a:noFill/>
            </a:ln>
          </p:spPr>
        </p:pic>
      </p:grpSp>
      <p:sp>
        <p:nvSpPr>
          <p:cNvPr id="398" name="PlaceHolder 1"/>
          <p:cNvSpPr>
            <a:spLocks noGrp="1"/>
          </p:cNvSpPr>
          <p:nvPr>
            <p:ph type="title"/>
          </p:nvPr>
        </p:nvSpPr>
        <p:spPr>
          <a:xfrm>
            <a:off x="7560000" y="2032560"/>
            <a:ext cx="2340000" cy="1429560"/>
          </a:xfrm>
          <a:prstGeom prst="rect">
            <a:avLst/>
          </a:prstGeom>
          <a:noFill/>
          <a:ln w="0">
            <a:noFill/>
          </a:ln>
        </p:spPr>
        <p:txBody>
          <a:bodyPr lIns="0" rIns="0" tIns="0" bIns="0" anchor="ctr">
            <a:noAutofit/>
          </a:bodyPr>
          <a:p>
            <a:pPr indent="0">
              <a:buNone/>
            </a:pPr>
            <a:r>
              <a:rPr b="1" lang="fr-FR" sz="4000" spc="-1" strike="noStrike">
                <a:solidFill>
                  <a:srgbClr val="000000"/>
                </a:solidFill>
                <a:latin typeface="Arial Black"/>
              </a:rPr>
              <a:t>SUCCÈS</a:t>
            </a:r>
            <a:endParaRPr b="0" lang="fr-FR" sz="4000" spc="-1" strike="noStrike">
              <a:solidFill>
                <a:srgbClr val="000000"/>
              </a:solidFill>
              <a:latin typeface="Noto Sans"/>
            </a:endParaRPr>
          </a:p>
        </p:txBody>
      </p:sp>
      <p:pic>
        <p:nvPicPr>
          <p:cNvPr id="399" name="" descr=""/>
          <p:cNvPicPr/>
          <p:nvPr/>
        </p:nvPicPr>
        <p:blipFill>
          <a:blip r:embed="rId2"/>
          <a:srcRect l="0" t="11991" r="0" b="15951"/>
          <a:stretch/>
        </p:blipFill>
        <p:spPr>
          <a:xfrm>
            <a:off x="3600000" y="4140000"/>
            <a:ext cx="2677320" cy="900000"/>
          </a:xfrm>
          <a:prstGeom prst="rect">
            <a:avLst/>
          </a:prstGeom>
          <a:ln w="18000">
            <a:noFill/>
          </a:ln>
        </p:spPr>
      </p:pic>
      <p:pic>
        <p:nvPicPr>
          <p:cNvPr id="400" name="" descr=""/>
          <p:cNvPicPr/>
          <p:nvPr/>
        </p:nvPicPr>
        <p:blipFill>
          <a:blip r:embed="rId3"/>
          <a:stretch/>
        </p:blipFill>
        <p:spPr>
          <a:xfrm>
            <a:off x="5027040" y="453600"/>
            <a:ext cx="1812960" cy="1260000"/>
          </a:xfrm>
          <a:prstGeom prst="rect">
            <a:avLst/>
          </a:prstGeom>
          <a:ln w="18000">
            <a:noFill/>
          </a:ln>
        </p:spPr>
      </p:pic>
      <p:pic>
        <p:nvPicPr>
          <p:cNvPr id="401" name="" descr=""/>
          <p:cNvPicPr/>
          <p:nvPr/>
        </p:nvPicPr>
        <p:blipFill>
          <a:blip r:embed="rId4"/>
          <a:stretch/>
        </p:blipFill>
        <p:spPr>
          <a:xfrm>
            <a:off x="4622760" y="1800000"/>
            <a:ext cx="1317240" cy="871920"/>
          </a:xfrm>
          <a:prstGeom prst="rect">
            <a:avLst/>
          </a:prstGeom>
          <a:ln w="18000">
            <a:noFill/>
          </a:ln>
        </p:spPr>
      </p:pic>
      <p:pic>
        <p:nvPicPr>
          <p:cNvPr id="402" name="" descr=""/>
          <p:cNvPicPr/>
          <p:nvPr/>
        </p:nvPicPr>
        <p:blipFill>
          <a:blip r:embed="rId5"/>
          <a:srcRect l="22712" t="0" r="21927" b="992"/>
          <a:stretch/>
        </p:blipFill>
        <p:spPr>
          <a:xfrm>
            <a:off x="3780000" y="1800000"/>
            <a:ext cx="894600" cy="900000"/>
          </a:xfrm>
          <a:prstGeom prst="rect">
            <a:avLst/>
          </a:prstGeom>
          <a:ln w="18000">
            <a:noFill/>
          </a:ln>
        </p:spPr>
      </p:pic>
      <p:pic>
        <p:nvPicPr>
          <p:cNvPr id="403" name="" descr=""/>
          <p:cNvPicPr/>
          <p:nvPr/>
        </p:nvPicPr>
        <p:blipFill>
          <a:blip r:embed="rId6"/>
          <a:stretch/>
        </p:blipFill>
        <p:spPr>
          <a:xfrm>
            <a:off x="4680000" y="3060000"/>
            <a:ext cx="1260000" cy="838440"/>
          </a:xfrm>
          <a:prstGeom prst="rect">
            <a:avLst/>
          </a:prstGeom>
          <a:ln w="18000">
            <a:noFill/>
          </a:ln>
        </p:spPr>
      </p:pic>
      <p:pic>
        <p:nvPicPr>
          <p:cNvPr id="404" name="" descr=""/>
          <p:cNvPicPr/>
          <p:nvPr/>
        </p:nvPicPr>
        <p:blipFill>
          <a:blip r:embed="rId7"/>
          <a:stretch/>
        </p:blipFill>
        <p:spPr>
          <a:xfrm>
            <a:off x="6062760" y="2822760"/>
            <a:ext cx="1137240" cy="1137240"/>
          </a:xfrm>
          <a:prstGeom prst="rect">
            <a:avLst/>
          </a:prstGeom>
          <a:ln w="18000">
            <a:noFill/>
          </a:ln>
        </p:spPr>
      </p:pic>
      <p:pic>
        <p:nvPicPr>
          <p:cNvPr id="405" name="" descr=""/>
          <p:cNvPicPr/>
          <p:nvPr/>
        </p:nvPicPr>
        <p:blipFill>
          <a:blip r:embed="rId8"/>
          <a:stretch/>
        </p:blipFill>
        <p:spPr>
          <a:xfrm>
            <a:off x="3516840" y="3033720"/>
            <a:ext cx="974880" cy="907560"/>
          </a:xfrm>
          <a:prstGeom prst="rect">
            <a:avLst/>
          </a:prstGeom>
          <a:ln w="18000">
            <a:noFill/>
          </a:ln>
        </p:spPr>
      </p:pic>
      <p:sp>
        <p:nvSpPr>
          <p:cNvPr id="406" name=""/>
          <p:cNvSpPr/>
          <p:nvPr/>
        </p:nvSpPr>
        <p:spPr>
          <a:xfrm>
            <a:off x="6480000" y="900000"/>
            <a:ext cx="1800000" cy="1440000"/>
          </a:xfrm>
          <a:custGeom>
            <a:avLst/>
            <a:gdLst/>
            <a:ahLst/>
            <a:rect l="0" t="0" r="r" b="b"/>
            <a:pathLst>
              <a:path fill="none" w="5000" h="4000">
                <a:moveTo>
                  <a:pt x="0" y="0"/>
                </a:moveTo>
                <a:lnTo>
                  <a:pt x="5000" y="4000"/>
                </a:lnTo>
              </a:path>
            </a:pathLst>
          </a:custGeom>
          <a:ln w="90000">
            <a:solidFill>
              <a:srgbClr val="009bdd"/>
            </a:solidFill>
            <a:round/>
            <a:tailEnd len="med" type="triangle" w="med"/>
          </a:ln>
        </p:spPr>
        <p:txBody>
          <a:bodyPr lIns="126000" rIns="126000" tIns="81000" bIns="81000" anchor="ctr">
            <a:noAutofit/>
          </a:bodyPr>
          <a:p>
            <a:endParaRPr b="0" lang="fr-FR" sz="1800" spc="-1" strike="noStrike">
              <a:solidFill>
                <a:srgbClr val="000000"/>
              </a:solidFill>
              <a:latin typeface="Arial"/>
            </a:endParaRPr>
          </a:p>
        </p:txBody>
      </p:sp>
      <p:sp>
        <p:nvSpPr>
          <p:cNvPr id="407" name=""/>
          <p:cNvSpPr/>
          <p:nvPr/>
        </p:nvSpPr>
        <p:spPr>
          <a:xfrm>
            <a:off x="6840000" y="2520000"/>
            <a:ext cx="720000" cy="180000"/>
          </a:xfrm>
          <a:custGeom>
            <a:avLst/>
            <a:gdLst/>
            <a:ahLst/>
            <a:rect l="0" t="0" r="r" b="b"/>
            <a:pathLst>
              <a:path fill="none" w="2000" h="500">
                <a:moveTo>
                  <a:pt x="0" y="0"/>
                </a:moveTo>
                <a:lnTo>
                  <a:pt x="2000" y="500"/>
                </a:lnTo>
              </a:path>
            </a:pathLst>
          </a:custGeom>
          <a:ln w="90000">
            <a:solidFill>
              <a:srgbClr val="009bdd"/>
            </a:solidFill>
            <a:round/>
            <a:tailEnd len="med" type="triangle" w="med"/>
          </a:ln>
        </p:spPr>
        <p:txBody>
          <a:bodyPr lIns="126000" rIns="126000" tIns="81000" bIns="81000" anchor="ctr">
            <a:noAutofit/>
          </a:bodyPr>
          <a:p>
            <a:endParaRPr b="0" lang="fr-FR" sz="1800" spc="-1" strike="noStrike">
              <a:solidFill>
                <a:srgbClr val="000000"/>
              </a:solidFill>
              <a:latin typeface="Arial"/>
            </a:endParaRPr>
          </a:p>
        </p:txBody>
      </p:sp>
      <p:sp>
        <p:nvSpPr>
          <p:cNvPr id="408" name=""/>
          <p:cNvSpPr/>
          <p:nvPr/>
        </p:nvSpPr>
        <p:spPr>
          <a:xfrm>
            <a:off x="6062760" y="3240000"/>
            <a:ext cx="2160000" cy="1620000"/>
          </a:xfrm>
          <a:custGeom>
            <a:avLst/>
            <a:gdLst/>
            <a:ahLst/>
            <a:rect l="0" t="0" r="r" b="b"/>
            <a:pathLst>
              <a:path fill="none" w="6000" h="4500">
                <a:moveTo>
                  <a:pt x="0" y="4500"/>
                </a:moveTo>
                <a:lnTo>
                  <a:pt x="6000" y="0"/>
                </a:lnTo>
              </a:path>
            </a:pathLst>
          </a:custGeom>
          <a:ln w="90000">
            <a:solidFill>
              <a:srgbClr val="009bdd"/>
            </a:solidFill>
            <a:round/>
            <a:tailEnd len="med" type="triangle" w="med"/>
          </a:ln>
        </p:spPr>
        <p:txBody>
          <a:bodyPr lIns="126000" rIns="126000" tIns="81000" bIns="81000" anchor="ctr">
            <a:noAutofit/>
          </a:bodyPr>
          <a:p>
            <a:endParaRPr b="0" lang="fr-FR" sz="1800" spc="-1" strike="noStrike">
              <a:solidFill>
                <a:srgbClr val="000000"/>
              </a:solidFill>
              <a:latin typeface="Arial"/>
            </a:endParaRPr>
          </a:p>
        </p:txBody>
      </p:sp>
      <p:sp>
        <p:nvSpPr>
          <p:cNvPr id="409" name=""/>
          <p:cNvSpPr/>
          <p:nvPr/>
        </p:nvSpPr>
        <p:spPr>
          <a:xfrm>
            <a:off x="7200000" y="3146400"/>
            <a:ext cx="490680" cy="273600"/>
          </a:xfrm>
          <a:custGeom>
            <a:avLst/>
            <a:gdLst/>
            <a:ahLst/>
            <a:rect l="0" t="0" r="r" b="b"/>
            <a:pathLst>
              <a:path fill="none" w="1363" h="760">
                <a:moveTo>
                  <a:pt x="0" y="760"/>
                </a:moveTo>
                <a:lnTo>
                  <a:pt x="1363" y="0"/>
                </a:lnTo>
              </a:path>
            </a:pathLst>
          </a:custGeom>
          <a:ln w="90000">
            <a:solidFill>
              <a:srgbClr val="009bdd"/>
            </a:solidFill>
            <a:round/>
            <a:tailEnd len="med" type="triangle" w="med"/>
          </a:ln>
        </p:spPr>
        <p:txBody>
          <a:bodyPr lIns="126000" rIns="126000" tIns="81000" bIns="81000" anchor="ctr">
            <a:noAutofit/>
          </a:bodyPr>
          <a:p>
            <a:endParaRPr b="0" lang="fr-FR" sz="1800" spc="-1" strike="noStrike">
              <a:solidFill>
                <a:srgbClr val="000000"/>
              </a:solidFill>
              <a:latin typeface="Arial"/>
            </a:endParaRPr>
          </a:p>
        </p:txBody>
      </p:sp>
      <p:sp>
        <p:nvSpPr>
          <p:cNvPr id="410" name=""/>
          <p:cNvSpPr/>
          <p:nvPr/>
        </p:nvSpPr>
        <p:spPr>
          <a:xfrm>
            <a:off x="0" y="0"/>
            <a:ext cx="180000" cy="5670000"/>
          </a:xfrm>
          <a:custGeom>
            <a:avLst/>
            <a:gdLst>
              <a:gd name="textAreaLeft" fmla="*/ 8640 w 180000"/>
              <a:gd name="textAreaRight" fmla="*/ 171360 w 180000"/>
              <a:gd name="textAreaTop" fmla="*/ 8640 h 5670000"/>
              <a:gd name="textAreaBottom" fmla="*/ 5661360 h 5670000"/>
            </a:gdLst>
            <a:ahLst/>
            <a:rect l="textAreaLeft" t="textAreaTop" r="textAreaRight" b="textAreaBottom"/>
            <a:pathLst>
              <a:path w="21600" h="679085">
                <a:moveTo>
                  <a:pt x="3600" y="0"/>
                </a:moveTo>
                <a:arcTo wR="3600" hR="3600" stAng="16200000" swAng="-5400000"/>
                <a:lnTo>
                  <a:pt x="0" y="675485"/>
                </a:lnTo>
                <a:arcTo wR="3600" hR="3600" stAng="10800000" swAng="-5400000"/>
                <a:lnTo>
                  <a:pt x="18000" y="679085"/>
                </a:lnTo>
                <a:arcTo wR="3600" hR="3600" stAng="5400000" swAng="-5400000"/>
                <a:lnTo>
                  <a:pt x="21600" y="3600"/>
                </a:lnTo>
                <a:arcTo wR="3600" hR="3600" stAng="0" swAng="-5400000"/>
                <a:close/>
              </a:path>
            </a:pathLst>
          </a:custGeom>
          <a:solidFill>
            <a:srgbClr val="39b2e5"/>
          </a:solidFill>
          <a:ln w="18000">
            <a:solidFill>
              <a:srgbClr val="009bdd"/>
            </a:solidFill>
            <a:round/>
          </a:ln>
        </p:spPr>
        <p:style>
          <a:lnRef idx="0"/>
          <a:fillRef idx="0"/>
          <a:effectRef idx="0"/>
          <a:fontRef idx="minor"/>
        </p:style>
        <p:txBody>
          <a:bodyPr lIns="90000" rIns="90000" tIns="45000" bIns="45000" anchor="ctr">
            <a:noAutofit/>
          </a:bodyPr>
          <a:p>
            <a:endParaRPr b="0" lang="fr-FR" sz="1800" spc="-1" strike="noStrike">
              <a:solidFill>
                <a:srgbClr val="ffffff"/>
              </a:solidFill>
              <a:latin typeface="Arial"/>
            </a:endParaRPr>
          </a:p>
        </p:txBody>
      </p:sp>
      <p:sp>
        <p:nvSpPr>
          <p:cNvPr id="411" name="PlaceHolder 2"/>
          <p:cNvSpPr>
            <a:spLocks noGrp="1"/>
          </p:cNvSpPr>
          <p:nvPr>
            <p:ph type="title"/>
          </p:nvPr>
        </p:nvSpPr>
        <p:spPr>
          <a:xfrm>
            <a:off x="180000" y="-48960"/>
            <a:ext cx="9360000" cy="775440"/>
          </a:xfrm>
          <a:prstGeom prst="rect">
            <a:avLst/>
          </a:prstGeom>
          <a:noFill/>
          <a:ln w="0">
            <a:noFill/>
          </a:ln>
        </p:spPr>
        <p:txBody>
          <a:bodyPr lIns="0" rIns="0" tIns="0" bIns="0" anchor="ctr">
            <a:noAutofit/>
          </a:bodyPr>
          <a:p>
            <a:pPr indent="0" algn="ctr">
              <a:spcBef>
                <a:spcPts val="1191"/>
              </a:spcBef>
              <a:spcAft>
                <a:spcPts val="992"/>
              </a:spcAft>
              <a:buNone/>
            </a:pPr>
            <a:r>
              <a:rPr b="1" lang="fr-FR" sz="3200" spc="-1" strike="noStrike" u="sng">
                <a:solidFill>
                  <a:srgbClr val="2a6099"/>
                </a:solidFill>
                <a:uFillTx/>
                <a:latin typeface="Times New Roman"/>
              </a:rPr>
              <a:t>2. Outils et Méthodologie</a:t>
            </a:r>
            <a:endParaRPr b="0" lang="fr-FR" sz="3200" spc="-1" strike="noStrike">
              <a:solidFill>
                <a:srgbClr val="000000"/>
              </a:solidFill>
              <a:latin typeface="Noto Sans"/>
            </a:endParaRPr>
          </a:p>
          <a:p>
            <a:pPr indent="0">
              <a:spcBef>
                <a:spcPts val="1191"/>
              </a:spcBef>
              <a:spcAft>
                <a:spcPts val="992"/>
              </a:spcAft>
              <a:buNone/>
            </a:pPr>
            <a:endParaRPr b="0" lang="fr-FR" sz="1000" spc="-1" strike="noStrike">
              <a:solidFill>
                <a:srgbClr val="000000"/>
              </a:solidFill>
              <a:latin typeface="Noto Sans"/>
            </a:endParaRPr>
          </a:p>
        </p:txBody>
      </p:sp>
      <p:pic>
        <p:nvPicPr>
          <p:cNvPr id="412" name="" descr=""/>
          <p:cNvPicPr/>
          <p:nvPr/>
        </p:nvPicPr>
        <p:blipFill>
          <a:blip r:embed="rId9"/>
          <a:stretch/>
        </p:blipFill>
        <p:spPr>
          <a:xfrm>
            <a:off x="5931000" y="1791000"/>
            <a:ext cx="909000" cy="909000"/>
          </a:xfrm>
          <a:prstGeom prst="rect">
            <a:avLst/>
          </a:prstGeom>
          <a:ln w="18000">
            <a:noFill/>
          </a:ln>
        </p:spPr>
      </p:pic>
      <p:sp>
        <p:nvSpPr>
          <p:cNvPr id="4" name="PlaceHolder 3"/>
          <p:cNvSpPr>
            <a:spLocks noGrp="1"/>
          </p:cNvSpPr>
          <p:nvPr>
            <p:ph type="ftr" idx="17"/>
          </p:nvPr>
        </p:nvSpPr>
        <p:spPr/>
        <p:txBody>
          <a:bodyPr/>
          <a:p>
            <a:r>
              <a:t>Blog-Pro-DA</a:t>
            </a:r>
          </a:p>
        </p:txBody>
      </p:sp>
      <p:sp>
        <p:nvSpPr>
          <p:cNvPr id="5" name="PlaceHolder 4"/>
          <p:cNvSpPr>
            <a:spLocks noGrp="1"/>
          </p:cNvSpPr>
          <p:nvPr>
            <p:ph type="sldNum" idx="18"/>
          </p:nvPr>
        </p:nvSpPr>
        <p:spPr/>
        <p:txBody>
          <a:bodyPr/>
          <a:p>
            <a:fld id="{F1B34B7C-043B-48D4-AAF6-356BB422D6A6}" type="slidenum">
              <a:t>5</a:t>
            </a:fld>
          </a:p>
        </p:txBody>
      </p:sp>
      <p:sp>
        <p:nvSpPr>
          <p:cNvPr id="6" name="PlaceHolder 5"/>
          <p:cNvSpPr>
            <a:spLocks noGrp="1"/>
          </p:cNvSpPr>
          <p:nvPr>
            <p:ph type="dt" idx="16"/>
          </p:nvPr>
        </p:nvSpPr>
        <p:spPr/>
        <p:txBody>
          <a:bodyPr/>
          <a:p>
            <a:fld id="{A6188154-A953-4557-A424-A5A43CBCED3A}" type="datetime1">
              <a:rPr lang="fr-FR"/>
              <a:t>07/02/26</a:t>
            </a:fld>
          </a:p>
        </p:txBody>
      </p:sp>
    </p:spTree>
  </p:cSld>
  <mc:AlternateContent>
    <mc:Choice Requires="p14">
      <p:transition spd="slow" p14:dur="2000"/>
    </mc:Choice>
    <mc:Fallback>
      <p:transition spd="slow"/>
    </mc:Fallback>
  </mc:AlternateContent>
  <p:timing>
    <p:tnLst>
      <p:par>
        <p:cTn id="105" dur="indefinite" restart="never" nodeType="tmRoot">
          <p:childTnLst>
            <p:seq>
              <p:cTn id="106" dur="indefinite" nodeType="mainSeq">
                <p:childTnLst>
                  <p:par>
                    <p:cTn id="107" fill="hold">
                      <p:stCondLst>
                        <p:cond delay="indefinite"/>
                      </p:stCondLst>
                      <p:childTnLst>
                        <p:par>
                          <p:cTn id="108" fill="hold">
                            <p:stCondLst>
                              <p:cond delay="0"/>
                            </p:stCondLst>
                            <p:childTnLst>
                              <p:par>
                                <p:cTn id="109" nodeType="clickEffect" fill="hold" presetClass="entr" presetID="2" presetSubtype="4">
                                  <p:stCondLst>
                                    <p:cond delay="0"/>
                                  </p:stCondLst>
                                  <p:childTnLst>
                                    <p:set>
                                      <p:cBhvr>
                                        <p:cTn id="110" dur="1" fill="hold">
                                          <p:stCondLst>
                                            <p:cond delay="0"/>
                                          </p:stCondLst>
                                        </p:cTn>
                                        <p:tgtEl>
                                          <p:spTgt spid="338"/>
                                        </p:tgtEl>
                                        <p:attrNameLst>
                                          <p:attrName>style.visibility</p:attrName>
                                        </p:attrNameLst>
                                      </p:cBhvr>
                                      <p:to>
                                        <p:strVal val="visible"/>
                                      </p:to>
                                    </p:set>
                                    <p:anim calcmode="lin" valueType="num">
                                      <p:cBhvr additive="repl">
                                        <p:cTn id="111" dur="500" fill="hold"/>
                                        <p:tgtEl>
                                          <p:spTgt spid="338"/>
                                        </p:tgtEl>
                                        <p:attrNameLst>
                                          <p:attrName>ppt_x</p:attrName>
                                        </p:attrNameLst>
                                      </p:cBhvr>
                                      <p:tavLst>
                                        <p:tav tm="0">
                                          <p:val>
                                            <p:strVal val="#ppt_x"/>
                                          </p:val>
                                        </p:tav>
                                        <p:tav tm="100000">
                                          <p:val>
                                            <p:strVal val="#ppt_x"/>
                                          </p:val>
                                        </p:tav>
                                      </p:tavLst>
                                    </p:anim>
                                    <p:anim calcmode="lin" valueType="num">
                                      <p:cBhvr additive="repl">
                                        <p:cTn id="112" dur="500" fill="hold"/>
                                        <p:tgtEl>
                                          <p:spTgt spid="338"/>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2" presetSubtype="4">
                                  <p:stCondLst>
                                    <p:cond delay="0"/>
                                  </p:stCondLst>
                                  <p:childTnLst>
                                    <p:set>
                                      <p:cBhvr>
                                        <p:cTn id="116" dur="0" fill="hold">
                                          <p:stCondLst>
                                            <p:cond delay="0"/>
                                          </p:stCondLst>
                                        </p:cTn>
                                        <p:tgtEl>
                                          <p:spTgt spid="400"/>
                                        </p:tgtEl>
                                        <p:attrNameLst>
                                          <p:attrName>style.visibility</p:attrName>
                                        </p:attrNameLst>
                                      </p:cBhvr>
                                      <p:to>
                                        <p:strVal val="visible"/>
                                      </p:to>
                                    </p:set>
                                    <p:animEffect filter="slide(fromBottom)" transition="in">
                                      <p:cBhvr additive="repl">
                                        <p:cTn id="117" dur="250"/>
                                        <p:tgtEl>
                                          <p:spTgt spid="400"/>
                                        </p:tgtEl>
                                      </p:cBhvr>
                                    </p:animEffect>
                                  </p:childTnLst>
                                </p:cTn>
                              </p:par>
                            </p:childTnLst>
                          </p:cTn>
                        </p:par>
                      </p:childTnLst>
                    </p:cTn>
                  </p:par>
                  <p:par>
                    <p:cTn id="118" fill="hold">
                      <p:stCondLst>
                        <p:cond delay="indefinite"/>
                      </p:stCondLst>
                      <p:childTnLst>
                        <p:par>
                          <p:cTn id="119" fill="hold">
                            <p:stCondLst>
                              <p:cond delay="0"/>
                            </p:stCondLst>
                            <p:childTnLst>
                              <p:par>
                                <p:cTn id="120" nodeType="clickEffect" fill="hold" presetClass="entr" presetID="16" presetSubtype="26">
                                  <p:stCondLst>
                                    <p:cond delay="0"/>
                                  </p:stCondLst>
                                  <p:childTnLst>
                                    <p:set>
                                      <p:cBhvr>
                                        <p:cTn id="121" dur="1" fill="hold">
                                          <p:stCondLst>
                                            <p:cond delay="0"/>
                                          </p:stCondLst>
                                        </p:cTn>
                                        <p:tgtEl>
                                          <p:spTgt spid="406"/>
                                        </p:tgtEl>
                                        <p:attrNameLst>
                                          <p:attrName>style.visibility</p:attrName>
                                        </p:attrNameLst>
                                      </p:cBhvr>
                                      <p:to>
                                        <p:strVal val="visible"/>
                                      </p:to>
                                    </p:set>
                                    <p:animEffect filter="barn(inHorizontal)" transition="in">
                                      <p:cBhvr additive="repl">
                                        <p:cTn id="122" dur="500"/>
                                        <p:tgtEl>
                                          <p:spTgt spid="406"/>
                                        </p:tgtEl>
                                      </p:cBhvr>
                                    </p:animEffect>
                                  </p:childTnLst>
                                </p:cTn>
                              </p:par>
                            </p:childTnLst>
                          </p:cTn>
                        </p:par>
                      </p:childTnLst>
                    </p:cTn>
                  </p:par>
                  <p:par>
                    <p:cTn id="123" fill="hold">
                      <p:stCondLst>
                        <p:cond delay="indefinite"/>
                      </p:stCondLst>
                      <p:childTnLst>
                        <p:par>
                          <p:cTn id="124" fill="hold">
                            <p:stCondLst>
                              <p:cond delay="0"/>
                            </p:stCondLst>
                            <p:childTnLst>
                              <p:par>
                                <p:cTn id="125" nodeType="clickEffect" fill="hold" presetClass="entr" presetID="2" presetSubtype="1">
                                  <p:stCondLst>
                                    <p:cond delay="0"/>
                                  </p:stCondLst>
                                  <p:childTnLst>
                                    <p:set>
                                      <p:cBhvr>
                                        <p:cTn id="126" dur="1" fill="hold">
                                          <p:stCondLst>
                                            <p:cond delay="0"/>
                                          </p:stCondLst>
                                        </p:cTn>
                                        <p:tgtEl>
                                          <p:spTgt spid="213"/>
                                        </p:tgtEl>
                                        <p:attrNameLst>
                                          <p:attrName>style.visibility</p:attrName>
                                        </p:attrNameLst>
                                      </p:cBhvr>
                                      <p:to>
                                        <p:strVal val="visible"/>
                                      </p:to>
                                    </p:set>
                                    <p:anim calcmode="lin" valueType="num">
                                      <p:cBhvr additive="repl">
                                        <p:cTn id="127" dur="500" fill="hold"/>
                                        <p:tgtEl>
                                          <p:spTgt spid="213"/>
                                        </p:tgtEl>
                                        <p:attrNameLst>
                                          <p:attrName>ppt_x</p:attrName>
                                        </p:attrNameLst>
                                      </p:cBhvr>
                                      <p:tavLst>
                                        <p:tav tm="0">
                                          <p:val>
                                            <p:strVal val="#ppt_x"/>
                                          </p:val>
                                        </p:tav>
                                        <p:tav tm="100000">
                                          <p:val>
                                            <p:strVal val="#ppt_x"/>
                                          </p:val>
                                        </p:tav>
                                      </p:tavLst>
                                    </p:anim>
                                    <p:anim calcmode="lin" valueType="num">
                                      <p:cBhvr additive="repl">
                                        <p:cTn id="128" dur="500" fill="hold"/>
                                        <p:tgtEl>
                                          <p:spTgt spid="213"/>
                                        </p:tgtEl>
                                        <p:attrNameLst>
                                          <p:attrName>ppt_y</p:attrName>
                                        </p:attrNameLst>
                                      </p:cBhvr>
                                      <p:tavLst>
                                        <p:tav tm="0">
                                          <p:val>
                                            <p:strVal val="0-#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nodeType="clickEffect" fill="hold" presetClass="entr" presetID="3" presetSubtype="10">
                                  <p:stCondLst>
                                    <p:cond delay="0"/>
                                  </p:stCondLst>
                                  <p:childTnLst>
                                    <p:set>
                                      <p:cBhvr>
                                        <p:cTn id="132" dur="1" fill="hold">
                                          <p:stCondLst>
                                            <p:cond delay="0"/>
                                          </p:stCondLst>
                                        </p:cTn>
                                        <p:tgtEl>
                                          <p:spTgt spid="402"/>
                                        </p:tgtEl>
                                        <p:attrNameLst>
                                          <p:attrName>style.visibility</p:attrName>
                                        </p:attrNameLst>
                                      </p:cBhvr>
                                      <p:to>
                                        <p:strVal val="visible"/>
                                      </p:to>
                                    </p:set>
                                    <p:animEffect filter="blinds(horizontal)" transition="in">
                                      <p:cBhvr additive="repl">
                                        <p:cTn id="133" dur="500"/>
                                        <p:tgtEl>
                                          <p:spTgt spid="402"/>
                                        </p:tgtEl>
                                      </p:cBhvr>
                                    </p:animEffect>
                                  </p:childTnLst>
                                </p:cTn>
                              </p:par>
                            </p:childTnLst>
                          </p:cTn>
                        </p:par>
                      </p:childTnLst>
                    </p:cTn>
                  </p:par>
                  <p:par>
                    <p:cTn id="134" fill="hold">
                      <p:stCondLst>
                        <p:cond delay="indefinite"/>
                      </p:stCondLst>
                      <p:childTnLst>
                        <p:par>
                          <p:cTn id="135" fill="hold">
                            <p:stCondLst>
                              <p:cond delay="0"/>
                            </p:stCondLst>
                            <p:childTnLst>
                              <p:par>
                                <p:cTn id="136" nodeType="clickEffect" fill="hold" presetClass="entr" presetID="6" presetSubtype="16">
                                  <p:stCondLst>
                                    <p:cond delay="0"/>
                                  </p:stCondLst>
                                  <p:childTnLst>
                                    <p:set>
                                      <p:cBhvr>
                                        <p:cTn id="137" dur="1" fill="hold">
                                          <p:stCondLst>
                                            <p:cond delay="0"/>
                                          </p:stCondLst>
                                        </p:cTn>
                                        <p:tgtEl>
                                          <p:spTgt spid="401"/>
                                        </p:tgtEl>
                                        <p:attrNameLst>
                                          <p:attrName>style.visibility</p:attrName>
                                        </p:attrNameLst>
                                      </p:cBhvr>
                                      <p:to>
                                        <p:strVal val="visible"/>
                                      </p:to>
                                    </p:set>
                                    <p:animEffect filter="circle(in)" transition="in">
                                      <p:cBhvr additive="repl">
                                        <p:cTn id="138" dur="2000"/>
                                        <p:tgtEl>
                                          <p:spTgt spid="401"/>
                                        </p:tgtEl>
                                      </p:cBhvr>
                                    </p:animEffect>
                                  </p:childTnLst>
                                </p:cTn>
                              </p:par>
                            </p:childTnLst>
                          </p:cTn>
                        </p:par>
                      </p:childTnLst>
                    </p:cTn>
                  </p:par>
                  <p:par>
                    <p:cTn id="139" fill="hold">
                      <p:stCondLst>
                        <p:cond delay="indefinite"/>
                      </p:stCondLst>
                      <p:childTnLst>
                        <p:par>
                          <p:cTn id="140" fill="hold">
                            <p:stCondLst>
                              <p:cond delay="0"/>
                            </p:stCondLst>
                            <p:childTnLst>
                              <p:par>
                                <p:cTn id="141" nodeType="clickEffect" fill="hold" presetClass="entr" presetID="20">
                                  <p:stCondLst>
                                    <p:cond delay="0"/>
                                  </p:stCondLst>
                                  <p:childTnLst>
                                    <p:set>
                                      <p:cBhvr>
                                        <p:cTn id="142" dur="1" fill="hold">
                                          <p:stCondLst>
                                            <p:cond delay="0"/>
                                          </p:stCondLst>
                                        </p:cTn>
                                        <p:tgtEl>
                                          <p:spTgt spid="412"/>
                                        </p:tgtEl>
                                        <p:attrNameLst>
                                          <p:attrName>style.visibility</p:attrName>
                                        </p:attrNameLst>
                                      </p:cBhvr>
                                      <p:to>
                                        <p:strVal val="visible"/>
                                      </p:to>
                                    </p:set>
                                    <p:animEffect filter="wedge" transition="in">
                                      <p:cBhvr additive="repl">
                                        <p:cTn id="143" dur="2000"/>
                                        <p:tgtEl>
                                          <p:spTgt spid="412"/>
                                        </p:tgtEl>
                                      </p:cBhvr>
                                    </p:animEffect>
                                  </p:childTnLst>
                                </p:cTn>
                              </p:par>
                            </p:childTnLst>
                          </p:cTn>
                        </p:par>
                      </p:childTnLst>
                    </p:cTn>
                  </p:par>
                  <p:par>
                    <p:cTn id="144" fill="hold">
                      <p:stCondLst>
                        <p:cond delay="indefinite"/>
                      </p:stCondLst>
                      <p:childTnLst>
                        <p:par>
                          <p:cTn id="145" fill="hold">
                            <p:stCondLst>
                              <p:cond delay="0"/>
                            </p:stCondLst>
                            <p:childTnLst>
                              <p:par>
                                <p:cTn id="146" nodeType="clickEffect" fill="hold" presetClass="entr" presetID="16" presetSubtype="26">
                                  <p:stCondLst>
                                    <p:cond delay="0"/>
                                  </p:stCondLst>
                                  <p:childTnLst>
                                    <p:set>
                                      <p:cBhvr>
                                        <p:cTn id="147" dur="1" fill="hold">
                                          <p:stCondLst>
                                            <p:cond delay="0"/>
                                          </p:stCondLst>
                                        </p:cTn>
                                        <p:tgtEl>
                                          <p:spTgt spid="407"/>
                                        </p:tgtEl>
                                        <p:attrNameLst>
                                          <p:attrName>style.visibility</p:attrName>
                                        </p:attrNameLst>
                                      </p:cBhvr>
                                      <p:to>
                                        <p:strVal val="visible"/>
                                      </p:to>
                                    </p:set>
                                    <p:animEffect filter="barn(inHorizontal)" transition="in">
                                      <p:cBhvr additive="repl">
                                        <p:cTn id="148" dur="500"/>
                                        <p:tgtEl>
                                          <p:spTgt spid="407"/>
                                        </p:tgtEl>
                                      </p:cBhvr>
                                    </p:animEffect>
                                  </p:childTnLst>
                                </p:cTn>
                              </p:par>
                            </p:childTnLst>
                          </p:cTn>
                        </p:par>
                      </p:childTnLst>
                    </p:cTn>
                  </p:par>
                  <p:par>
                    <p:cTn id="149" fill="hold">
                      <p:stCondLst>
                        <p:cond delay="indefinite"/>
                      </p:stCondLst>
                      <p:childTnLst>
                        <p:par>
                          <p:cTn id="150" fill="hold">
                            <p:stCondLst>
                              <p:cond delay="0"/>
                            </p:stCondLst>
                            <p:childTnLst>
                              <p:par>
                                <p:cTn id="151" nodeType="clickEffect" fill="hold" presetClass="entr" presetID="2" presetSubtype="6">
                                  <p:stCondLst>
                                    <p:cond delay="0"/>
                                  </p:stCondLst>
                                  <p:childTnLst>
                                    <p:set>
                                      <p:cBhvr>
                                        <p:cTn id="152" dur="1" fill="hold">
                                          <p:stCondLst>
                                            <p:cond delay="0"/>
                                          </p:stCondLst>
                                        </p:cTn>
                                        <p:tgtEl>
                                          <p:spTgt spid="246"/>
                                        </p:tgtEl>
                                        <p:attrNameLst>
                                          <p:attrName>style.visibility</p:attrName>
                                        </p:attrNameLst>
                                      </p:cBhvr>
                                      <p:to>
                                        <p:strVal val="visible"/>
                                      </p:to>
                                    </p:set>
                                    <p:anim calcmode="lin" valueType="num">
                                      <p:cBhvr additive="repl">
                                        <p:cTn id="153" dur="500" fill="hold"/>
                                        <p:tgtEl>
                                          <p:spTgt spid="246"/>
                                        </p:tgtEl>
                                        <p:attrNameLst>
                                          <p:attrName>ppt_x</p:attrName>
                                        </p:attrNameLst>
                                      </p:cBhvr>
                                      <p:tavLst>
                                        <p:tav tm="0">
                                          <p:val>
                                            <p:strVal val="1+#ppt_w/2"/>
                                          </p:val>
                                        </p:tav>
                                        <p:tav tm="100000">
                                          <p:val>
                                            <p:strVal val="#ppt_x"/>
                                          </p:val>
                                        </p:tav>
                                      </p:tavLst>
                                    </p:anim>
                                    <p:anim calcmode="lin" valueType="num">
                                      <p:cBhvr additive="repl">
                                        <p:cTn id="154" dur="500" fill="hold"/>
                                        <p:tgtEl>
                                          <p:spTgt spid="246"/>
                                        </p:tgtEl>
                                        <p:attrNameLst>
                                          <p:attrName>ppt_y</p:attrName>
                                        </p:attrNameLst>
                                      </p:cBhvr>
                                      <p:tavLst>
                                        <p:tav tm="0">
                                          <p:val>
                                            <p:strVal val="1+#ppt_h/2"/>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5" presetSubtype="10">
                                  <p:stCondLst>
                                    <p:cond delay="0"/>
                                  </p:stCondLst>
                                  <p:childTnLst>
                                    <p:set>
                                      <p:cBhvr>
                                        <p:cTn id="158" dur="1" fill="hold">
                                          <p:stCondLst>
                                            <p:cond delay="0"/>
                                          </p:stCondLst>
                                        </p:cTn>
                                        <p:tgtEl>
                                          <p:spTgt spid="405"/>
                                        </p:tgtEl>
                                        <p:attrNameLst>
                                          <p:attrName>style.visibility</p:attrName>
                                        </p:attrNameLst>
                                      </p:cBhvr>
                                      <p:to>
                                        <p:strVal val="visible"/>
                                      </p:to>
                                    </p:set>
                                    <p:animEffect filter="checkerboard(across)" transition="in">
                                      <p:cBhvr additive="repl">
                                        <p:cTn id="159" dur="500"/>
                                        <p:tgtEl>
                                          <p:spTgt spid="405"/>
                                        </p:tgtEl>
                                      </p:cBhvr>
                                    </p:animEffect>
                                  </p:childTnLst>
                                </p:cTn>
                              </p:par>
                            </p:childTnLst>
                          </p:cTn>
                        </p:par>
                      </p:childTnLst>
                    </p:cTn>
                  </p:par>
                  <p:par>
                    <p:cTn id="160" fill="hold">
                      <p:stCondLst>
                        <p:cond delay="indefinite"/>
                      </p:stCondLst>
                      <p:childTnLst>
                        <p:par>
                          <p:cTn id="161" fill="hold">
                            <p:stCondLst>
                              <p:cond delay="0"/>
                            </p:stCondLst>
                            <p:childTnLst>
                              <p:par>
                                <p:cTn id="162" nodeType="clickEffect" fill="hold" presetClass="entr" presetID="6" presetSubtype="16">
                                  <p:stCondLst>
                                    <p:cond delay="0"/>
                                  </p:stCondLst>
                                  <p:childTnLst>
                                    <p:set>
                                      <p:cBhvr>
                                        <p:cTn id="163" dur="1" fill="hold">
                                          <p:stCondLst>
                                            <p:cond delay="0"/>
                                          </p:stCondLst>
                                        </p:cTn>
                                        <p:tgtEl>
                                          <p:spTgt spid="403"/>
                                        </p:tgtEl>
                                        <p:attrNameLst>
                                          <p:attrName>style.visibility</p:attrName>
                                        </p:attrNameLst>
                                      </p:cBhvr>
                                      <p:to>
                                        <p:strVal val="visible"/>
                                      </p:to>
                                    </p:set>
                                    <p:animEffect filter="circle(in)" transition="in">
                                      <p:cBhvr additive="repl">
                                        <p:cTn id="164" dur="2000"/>
                                        <p:tgtEl>
                                          <p:spTgt spid="403"/>
                                        </p:tgtEl>
                                      </p:cBhvr>
                                    </p:animEffect>
                                  </p:childTnLst>
                                </p:cTn>
                              </p:par>
                            </p:childTnLst>
                          </p:cTn>
                        </p:par>
                      </p:childTnLst>
                    </p:cTn>
                  </p:par>
                  <p:par>
                    <p:cTn id="165" fill="hold">
                      <p:stCondLst>
                        <p:cond delay="indefinite"/>
                      </p:stCondLst>
                      <p:childTnLst>
                        <p:par>
                          <p:cTn id="166" fill="hold">
                            <p:stCondLst>
                              <p:cond delay="0"/>
                            </p:stCondLst>
                            <p:childTnLst>
                              <p:par>
                                <p:cTn id="167" nodeType="clickEffect" fill="hold" presetClass="entr" presetID="9">
                                  <p:stCondLst>
                                    <p:cond delay="0"/>
                                  </p:stCondLst>
                                  <p:childTnLst>
                                    <p:set>
                                      <p:cBhvr>
                                        <p:cTn id="168" dur="1" fill="hold">
                                          <p:stCondLst>
                                            <p:cond delay="0"/>
                                          </p:stCondLst>
                                        </p:cTn>
                                        <p:tgtEl>
                                          <p:spTgt spid="404"/>
                                        </p:tgtEl>
                                        <p:attrNameLst>
                                          <p:attrName>style.visibility</p:attrName>
                                        </p:attrNameLst>
                                      </p:cBhvr>
                                      <p:to>
                                        <p:strVal val="visible"/>
                                      </p:to>
                                    </p:set>
                                    <p:animEffect filter="dissolve" transition="in">
                                      <p:cBhvr additive="repl">
                                        <p:cTn id="169" dur="500"/>
                                        <p:tgtEl>
                                          <p:spTgt spid="404"/>
                                        </p:tgtEl>
                                      </p:cBhvr>
                                    </p:animEffect>
                                  </p:childTnLst>
                                </p:cTn>
                              </p:par>
                            </p:childTnLst>
                          </p:cTn>
                        </p:par>
                      </p:childTnLst>
                    </p:cTn>
                  </p:par>
                  <p:par>
                    <p:cTn id="170" fill="hold">
                      <p:stCondLst>
                        <p:cond delay="indefinite"/>
                      </p:stCondLst>
                      <p:childTnLst>
                        <p:par>
                          <p:cTn id="171" fill="hold">
                            <p:stCondLst>
                              <p:cond delay="0"/>
                            </p:stCondLst>
                            <p:childTnLst>
                              <p:par>
                                <p:cTn id="172" nodeType="clickEffect" fill="hold" presetClass="entr" presetID="16" presetSubtype="26">
                                  <p:stCondLst>
                                    <p:cond delay="0"/>
                                  </p:stCondLst>
                                  <p:childTnLst>
                                    <p:set>
                                      <p:cBhvr>
                                        <p:cTn id="173" dur="1" fill="hold">
                                          <p:stCondLst>
                                            <p:cond delay="0"/>
                                          </p:stCondLst>
                                        </p:cTn>
                                        <p:tgtEl>
                                          <p:spTgt spid="409"/>
                                        </p:tgtEl>
                                        <p:attrNameLst>
                                          <p:attrName>style.visibility</p:attrName>
                                        </p:attrNameLst>
                                      </p:cBhvr>
                                      <p:to>
                                        <p:strVal val="visible"/>
                                      </p:to>
                                    </p:set>
                                    <p:animEffect filter="barn(inHorizontal)" transition="in">
                                      <p:cBhvr additive="repl">
                                        <p:cTn id="174" dur="500"/>
                                        <p:tgtEl>
                                          <p:spTgt spid="409"/>
                                        </p:tgtEl>
                                      </p:cBhvr>
                                    </p:animEffec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2" presetSubtype="3">
                                  <p:stCondLst>
                                    <p:cond delay="0"/>
                                  </p:stCondLst>
                                  <p:childTnLst>
                                    <p:set>
                                      <p:cBhvr>
                                        <p:cTn id="178" dur="1" fill="hold">
                                          <p:stCondLst>
                                            <p:cond delay="0"/>
                                          </p:stCondLst>
                                        </p:cTn>
                                        <p:tgtEl>
                                          <p:spTgt spid="292"/>
                                        </p:tgtEl>
                                        <p:attrNameLst>
                                          <p:attrName>style.visibility</p:attrName>
                                        </p:attrNameLst>
                                      </p:cBhvr>
                                      <p:to>
                                        <p:strVal val="visible"/>
                                      </p:to>
                                    </p:set>
                                    <p:anim calcmode="lin" valueType="num">
                                      <p:cBhvr additive="repl">
                                        <p:cTn id="179" dur="500" fill="hold"/>
                                        <p:tgtEl>
                                          <p:spTgt spid="292"/>
                                        </p:tgtEl>
                                        <p:attrNameLst>
                                          <p:attrName>ppt_x</p:attrName>
                                        </p:attrNameLst>
                                      </p:cBhvr>
                                      <p:tavLst>
                                        <p:tav tm="0">
                                          <p:val>
                                            <p:strVal val="1+#ppt_w/2"/>
                                          </p:val>
                                        </p:tav>
                                        <p:tav tm="100000">
                                          <p:val>
                                            <p:strVal val="#ppt_x"/>
                                          </p:val>
                                        </p:tav>
                                      </p:tavLst>
                                    </p:anim>
                                    <p:anim calcmode="lin" valueType="num">
                                      <p:cBhvr additive="repl">
                                        <p:cTn id="180" dur="500" fill="hold"/>
                                        <p:tgtEl>
                                          <p:spTgt spid="292"/>
                                        </p:tgtEl>
                                        <p:attrNameLst>
                                          <p:attrName>ppt_y</p:attrName>
                                        </p:attrNameLst>
                                      </p:cBhvr>
                                      <p:tavLst>
                                        <p:tav tm="0">
                                          <p:val>
                                            <p:strVal val="0-#ppt_h/2"/>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nodeType="clickEffect" fill="hold" presetClass="entr" presetID="18" presetSubtype="12">
                                  <p:stCondLst>
                                    <p:cond delay="0"/>
                                  </p:stCondLst>
                                  <p:childTnLst>
                                    <p:set>
                                      <p:cBhvr>
                                        <p:cTn id="184" dur="1" fill="hold">
                                          <p:stCondLst>
                                            <p:cond delay="0"/>
                                          </p:stCondLst>
                                        </p:cTn>
                                        <p:tgtEl>
                                          <p:spTgt spid="399"/>
                                        </p:tgtEl>
                                        <p:attrNameLst>
                                          <p:attrName>style.visibility</p:attrName>
                                        </p:attrNameLst>
                                      </p:cBhvr>
                                      <p:to>
                                        <p:strVal val="visible"/>
                                      </p:to>
                                    </p:set>
                                    <p:animEffect filter="strips(downRight)" transition="in">
                                      <p:cBhvr additive="repl">
                                        <p:cTn id="185" dur="500"/>
                                        <p:tgtEl>
                                          <p:spTgt spid="399"/>
                                        </p:tgtEl>
                                      </p:cBhvr>
                                    </p:animEffect>
                                  </p:childTnLst>
                                </p:cTn>
                              </p:par>
                            </p:childTnLst>
                          </p:cTn>
                        </p:par>
                      </p:childTnLst>
                    </p:cTn>
                  </p:par>
                  <p:par>
                    <p:cTn id="186" fill="hold">
                      <p:stCondLst>
                        <p:cond delay="indefinite"/>
                      </p:stCondLst>
                      <p:childTnLst>
                        <p:par>
                          <p:cTn id="187" fill="hold">
                            <p:stCondLst>
                              <p:cond delay="0"/>
                            </p:stCondLst>
                            <p:childTnLst>
                              <p:par>
                                <p:cTn id="188" nodeType="clickEffect" fill="hold" presetClass="entr" presetID="16" presetSubtype="26">
                                  <p:stCondLst>
                                    <p:cond delay="0"/>
                                  </p:stCondLst>
                                  <p:childTnLst>
                                    <p:set>
                                      <p:cBhvr>
                                        <p:cTn id="189" dur="1" fill="hold">
                                          <p:stCondLst>
                                            <p:cond delay="0"/>
                                          </p:stCondLst>
                                        </p:cTn>
                                        <p:tgtEl>
                                          <p:spTgt spid="408"/>
                                        </p:tgtEl>
                                        <p:attrNameLst>
                                          <p:attrName>style.visibility</p:attrName>
                                        </p:attrNameLst>
                                      </p:cBhvr>
                                      <p:to>
                                        <p:strVal val="visible"/>
                                      </p:to>
                                    </p:set>
                                    <p:animEffect filter="barn(inHorizontal)" transition="in">
                                      <p:cBhvr additive="repl">
                                        <p:cTn id="190" dur="500"/>
                                        <p:tgtEl>
                                          <p:spTgt spid="408"/>
                                        </p:tgtEl>
                                      </p:cBhvr>
                                    </p:animEffect>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13" presetSubtype="16">
                                  <p:stCondLst>
                                    <p:cond delay="0"/>
                                  </p:stCondLst>
                                  <p:childTnLst>
                                    <p:set>
                                      <p:cBhvr>
                                        <p:cTn id="194" dur="1" fill="hold">
                                          <p:stCondLst>
                                            <p:cond delay="0"/>
                                          </p:stCondLst>
                                        </p:cTn>
                                        <p:tgtEl>
                                          <p:spTgt spid="398">
                                            <p:txEl>
                                              <p:pRg st="0" end="0"/>
                                            </p:txEl>
                                          </p:spTgt>
                                        </p:tgtEl>
                                        <p:attrNameLst>
                                          <p:attrName>style.visibility</p:attrName>
                                        </p:attrNameLst>
                                      </p:cBhvr>
                                      <p:to>
                                        <p:strVal val="visible"/>
                                      </p:to>
                                    </p:set>
                                    <p:animEffect filter="plus(in)" transition="in">
                                      <p:cBhvr additive="repl">
                                        <p:cTn id="195" dur="2000"/>
                                        <p:tgtEl>
                                          <p:spTgt spid="398">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720000" y="360000"/>
            <a:ext cx="8640000" cy="900000"/>
          </a:xfrm>
          <a:prstGeom prst="rect">
            <a:avLst/>
          </a:prstGeom>
          <a:noFill/>
          <a:ln w="0">
            <a:noFill/>
          </a:ln>
        </p:spPr>
        <p:txBody>
          <a:bodyPr lIns="0" rIns="0" tIns="0" bIns="0" anchor="ctr">
            <a:noAutofit/>
          </a:bodyPr>
          <a:p>
            <a:pPr indent="0" algn="ctr">
              <a:spcBef>
                <a:spcPts val="1191"/>
              </a:spcBef>
              <a:spcAft>
                <a:spcPts val="992"/>
              </a:spcAft>
              <a:buNone/>
            </a:pPr>
            <a:r>
              <a:rPr b="1" lang="fr-FR" sz="4000" spc="-1" strike="noStrike">
                <a:solidFill>
                  <a:srgbClr val="ff0000"/>
                </a:solidFill>
                <a:latin typeface="DejaVu Sans"/>
              </a:rPr>
              <a:t>3. Analyse et Conception</a:t>
            </a:r>
            <a:endParaRPr b="0" lang="fr-FR" sz="4000" spc="-1" strike="noStrike">
              <a:solidFill>
                <a:srgbClr val="333333"/>
              </a:solidFill>
              <a:latin typeface="DejaVu Sans"/>
            </a:endParaRPr>
          </a:p>
        </p:txBody>
      </p:sp>
      <p:sp>
        <p:nvSpPr>
          <p:cNvPr id="414" name=""/>
          <p:cNvSpPr txBox="1"/>
          <p:nvPr/>
        </p:nvSpPr>
        <p:spPr>
          <a:xfrm>
            <a:off x="1260000" y="1593360"/>
            <a:ext cx="6663960" cy="566640"/>
          </a:xfrm>
          <a:prstGeom prst="rect">
            <a:avLst/>
          </a:prstGeom>
          <a:noFill/>
          <a:ln w="18000">
            <a:noFill/>
          </a:ln>
        </p:spPr>
        <p:txBody>
          <a:bodyPr lIns="90000" rIns="90000" tIns="45000" bIns="45000" anchor="t">
            <a:noAutofit/>
          </a:bodyPr>
          <a:p>
            <a:r>
              <a:rPr b="1" lang="fr-FR" sz="2600" spc="-1" strike="noStrike">
                <a:solidFill>
                  <a:srgbClr val="158466"/>
                </a:solidFill>
                <a:latin typeface="Times New Roman"/>
              </a:rPr>
              <a:t>Analyse des Besoins (Cahier des charges)</a:t>
            </a:r>
            <a:endParaRPr b="0" lang="fr-FR" sz="2600" spc="-1" strike="noStrike">
              <a:solidFill>
                <a:srgbClr val="000000"/>
              </a:solidFill>
              <a:latin typeface="Arial"/>
            </a:endParaRPr>
          </a:p>
        </p:txBody>
      </p:sp>
      <p:sp>
        <p:nvSpPr>
          <p:cNvPr id="415" name=""/>
          <p:cNvSpPr/>
          <p:nvPr/>
        </p:nvSpPr>
        <p:spPr>
          <a:xfrm flipH="1">
            <a:off x="540000" y="1800000"/>
            <a:ext cx="720000" cy="0"/>
          </a:xfrm>
          <a:prstGeom prst="line">
            <a:avLst/>
          </a:prstGeom>
          <a:ln w="90000">
            <a:solidFill>
              <a:srgbClr val="009bdd"/>
            </a:solidFill>
            <a:round/>
            <a:headEnd len="med" type="triangle" w="med"/>
            <a:tailEnd len="med" type="diamond" w="med"/>
          </a:ln>
        </p:spPr>
        <p:style>
          <a:lnRef idx="0"/>
          <a:fillRef idx="0"/>
          <a:effectRef idx="0"/>
          <a:fontRef idx="minor"/>
        </p:style>
        <p:txBody>
          <a:bodyPr lIns="126000" rIns="126000" tIns="-81000" bIns="-81000" anchor="ctr">
            <a:noAutofit/>
          </a:bodyPr>
          <a:p>
            <a:endParaRPr b="0" lang="fr-FR" sz="1800" spc="-1" strike="noStrike">
              <a:solidFill>
                <a:srgbClr val="ffffff"/>
              </a:solidFill>
              <a:latin typeface="Arial"/>
            </a:endParaRPr>
          </a:p>
        </p:txBody>
      </p:sp>
      <p:sp>
        <p:nvSpPr>
          <p:cNvPr id="416" name=""/>
          <p:cNvSpPr/>
          <p:nvPr/>
        </p:nvSpPr>
        <p:spPr>
          <a:xfrm flipH="1">
            <a:off x="540000" y="3420000"/>
            <a:ext cx="720000" cy="0"/>
          </a:xfrm>
          <a:prstGeom prst="line">
            <a:avLst/>
          </a:prstGeom>
          <a:ln w="90000">
            <a:solidFill>
              <a:srgbClr val="009bdd"/>
            </a:solidFill>
            <a:round/>
            <a:headEnd len="med" type="triangle" w="med"/>
            <a:tailEnd len="med" type="diamond" w="med"/>
          </a:ln>
        </p:spPr>
        <p:style>
          <a:lnRef idx="0"/>
          <a:fillRef idx="0"/>
          <a:effectRef idx="0"/>
          <a:fontRef idx="minor"/>
        </p:style>
        <p:txBody>
          <a:bodyPr lIns="126000" rIns="126000" tIns="-81000" bIns="-81000" anchor="ctr">
            <a:noAutofit/>
          </a:bodyPr>
          <a:p>
            <a:endParaRPr b="0" lang="fr-FR" sz="1800" spc="-1" strike="noStrike">
              <a:solidFill>
                <a:srgbClr val="ffffff"/>
              </a:solidFill>
              <a:latin typeface="Arial"/>
            </a:endParaRPr>
          </a:p>
        </p:txBody>
      </p:sp>
      <p:sp>
        <p:nvSpPr>
          <p:cNvPr id="417" name=""/>
          <p:cNvSpPr txBox="1"/>
          <p:nvPr/>
        </p:nvSpPr>
        <p:spPr>
          <a:xfrm>
            <a:off x="1216080" y="3171960"/>
            <a:ext cx="6663960" cy="566640"/>
          </a:xfrm>
          <a:prstGeom prst="rect">
            <a:avLst/>
          </a:prstGeom>
          <a:noFill/>
          <a:ln w="18000">
            <a:noFill/>
          </a:ln>
        </p:spPr>
        <p:txBody>
          <a:bodyPr lIns="90000" rIns="90000" tIns="45000" bIns="45000" anchor="t">
            <a:noAutofit/>
          </a:bodyPr>
          <a:p>
            <a:r>
              <a:rPr b="1" lang="fr-FR" sz="2400" spc="-1" strike="noStrike">
                <a:solidFill>
                  <a:srgbClr val="158466"/>
                </a:solidFill>
                <a:latin typeface="Times New Roman"/>
              </a:rPr>
              <a:t>Conception de l'Interface (UI/UX)</a:t>
            </a:r>
            <a:endParaRPr b="0" lang="fr-FR" sz="2400" spc="-1" strike="noStrike">
              <a:solidFill>
                <a:srgbClr val="000000"/>
              </a:solidFill>
              <a:latin typeface="Arial"/>
            </a:endParaRPr>
          </a:p>
        </p:txBody>
      </p:sp>
      <p:sp>
        <p:nvSpPr>
          <p:cNvPr id="418" name=""/>
          <p:cNvSpPr/>
          <p:nvPr/>
        </p:nvSpPr>
        <p:spPr>
          <a:xfrm>
            <a:off x="1260000" y="2160000"/>
            <a:ext cx="359640" cy="359640"/>
          </a:xfrm>
          <a:prstGeom prst="pentagon">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419" name=""/>
          <p:cNvSpPr/>
          <p:nvPr/>
        </p:nvSpPr>
        <p:spPr>
          <a:xfrm>
            <a:off x="1260000" y="2700000"/>
            <a:ext cx="359640" cy="359640"/>
          </a:xfrm>
          <a:prstGeom prst="pentagon">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420" name=""/>
          <p:cNvSpPr txBox="1"/>
          <p:nvPr/>
        </p:nvSpPr>
        <p:spPr>
          <a:xfrm>
            <a:off x="1681560" y="2160000"/>
            <a:ext cx="8398440" cy="540000"/>
          </a:xfrm>
          <a:prstGeom prst="rect">
            <a:avLst/>
          </a:prstGeom>
          <a:noFill/>
          <a:ln w="18000">
            <a:noFill/>
          </a:ln>
        </p:spPr>
        <p:txBody>
          <a:bodyPr lIns="90000" rIns="90000" tIns="45000" bIns="45000" anchor="t">
            <a:noAutofit/>
          </a:bodyPr>
          <a:p>
            <a:r>
              <a:rPr b="1" lang="fr-FR" sz="2200" spc="-1" strike="noStrike">
                <a:solidFill>
                  <a:srgbClr val="ff0000"/>
                </a:solidFill>
                <a:latin typeface="Times New Roman"/>
              </a:rPr>
              <a:t>Identification des fonctionnalité : </a:t>
            </a:r>
            <a:r>
              <a:rPr b="1" lang="fr-FR" sz="2200" spc="-1" strike="noStrike">
                <a:solidFill>
                  <a:srgbClr val="000000"/>
                </a:solidFill>
                <a:latin typeface="Times New Roman"/>
              </a:rPr>
              <a:t>Présentation des services</a:t>
            </a:r>
            <a:endParaRPr b="0" lang="fr-FR" sz="2200" spc="-1" strike="noStrike">
              <a:solidFill>
                <a:srgbClr val="000000"/>
              </a:solidFill>
              <a:latin typeface="Arial"/>
            </a:endParaRPr>
          </a:p>
        </p:txBody>
      </p:sp>
      <p:sp>
        <p:nvSpPr>
          <p:cNvPr id="421" name=""/>
          <p:cNvSpPr txBox="1"/>
          <p:nvPr/>
        </p:nvSpPr>
        <p:spPr>
          <a:xfrm>
            <a:off x="1619640" y="2700000"/>
            <a:ext cx="8460360" cy="540000"/>
          </a:xfrm>
          <a:prstGeom prst="rect">
            <a:avLst/>
          </a:prstGeom>
          <a:noFill/>
          <a:ln w="18000">
            <a:noFill/>
          </a:ln>
        </p:spPr>
        <p:txBody>
          <a:bodyPr lIns="90000" rIns="90000" tIns="45000" bIns="45000" anchor="t">
            <a:noAutofit/>
          </a:bodyPr>
          <a:p>
            <a:r>
              <a:rPr b="1" lang="fr-FR" sz="2200" spc="-1" strike="noStrike">
                <a:solidFill>
                  <a:srgbClr val="ff0000"/>
                </a:solidFill>
                <a:latin typeface="Times New Roman"/>
              </a:rPr>
              <a:t>Cible </a:t>
            </a:r>
            <a:r>
              <a:rPr b="1" lang="fr-FR" sz="2200" spc="-1" strike="noStrike">
                <a:solidFill>
                  <a:srgbClr val="000000"/>
                </a:solidFill>
                <a:latin typeface="Times New Roman"/>
              </a:rPr>
              <a:t>: Client à la recherche d’un expert</a:t>
            </a:r>
            <a:endParaRPr b="0" lang="fr-FR" sz="2200" spc="-1" strike="noStrike">
              <a:solidFill>
                <a:srgbClr val="000000"/>
              </a:solidFill>
              <a:latin typeface="Arial"/>
            </a:endParaRPr>
          </a:p>
        </p:txBody>
      </p:sp>
      <p:sp>
        <p:nvSpPr>
          <p:cNvPr id="422" name=""/>
          <p:cNvSpPr/>
          <p:nvPr/>
        </p:nvSpPr>
        <p:spPr>
          <a:xfrm>
            <a:off x="1260360" y="3738600"/>
            <a:ext cx="359640" cy="359640"/>
          </a:xfrm>
          <a:prstGeom prst="pentagon">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423" name=""/>
          <p:cNvSpPr/>
          <p:nvPr/>
        </p:nvSpPr>
        <p:spPr>
          <a:xfrm>
            <a:off x="1260360" y="4320000"/>
            <a:ext cx="359640" cy="359640"/>
          </a:xfrm>
          <a:prstGeom prst="pentagon">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424" name=""/>
          <p:cNvSpPr txBox="1"/>
          <p:nvPr/>
        </p:nvSpPr>
        <p:spPr>
          <a:xfrm>
            <a:off x="1689120" y="3738600"/>
            <a:ext cx="7670880" cy="401400"/>
          </a:xfrm>
          <a:prstGeom prst="rect">
            <a:avLst/>
          </a:prstGeom>
          <a:noFill/>
          <a:ln w="18000">
            <a:noFill/>
          </a:ln>
        </p:spPr>
        <p:txBody>
          <a:bodyPr lIns="90000" rIns="90000" tIns="45000" bIns="45000" anchor="t">
            <a:noAutofit/>
          </a:bodyPr>
          <a:p>
            <a:r>
              <a:rPr b="1" lang="fr-FR" sz="2400" spc="-1" strike="noStrike">
                <a:solidFill>
                  <a:srgbClr val="ff0000"/>
                </a:solidFill>
                <a:latin typeface="Times New Roman"/>
              </a:rPr>
              <a:t>Architecture Responsive :</a:t>
            </a:r>
            <a:r>
              <a:rPr b="1" lang="fr-FR" sz="2400" spc="-1" strike="noStrike">
                <a:solidFill>
                  <a:srgbClr val="000000"/>
                </a:solidFill>
                <a:latin typeface="Times New Roman"/>
              </a:rPr>
              <a:t>adaptation aux mobiles.</a:t>
            </a:r>
            <a:r>
              <a:rPr b="1" lang="fr-FR" sz="2400" spc="-1" strike="noStrike">
                <a:solidFill>
                  <a:srgbClr val="ff0000"/>
                </a:solidFill>
                <a:latin typeface="Times New Roman"/>
              </a:rPr>
              <a:t> </a:t>
            </a:r>
            <a:endParaRPr b="0" lang="fr-FR" sz="2400" spc="-1" strike="noStrike">
              <a:solidFill>
                <a:srgbClr val="000000"/>
              </a:solidFill>
              <a:latin typeface="Arial"/>
            </a:endParaRPr>
          </a:p>
        </p:txBody>
      </p:sp>
      <p:sp>
        <p:nvSpPr>
          <p:cNvPr id="425" name=""/>
          <p:cNvSpPr txBox="1"/>
          <p:nvPr/>
        </p:nvSpPr>
        <p:spPr>
          <a:xfrm>
            <a:off x="1620000" y="4320000"/>
            <a:ext cx="7375320" cy="540000"/>
          </a:xfrm>
          <a:prstGeom prst="rect">
            <a:avLst/>
          </a:prstGeom>
          <a:noFill/>
          <a:ln w="18000">
            <a:noFill/>
          </a:ln>
        </p:spPr>
        <p:txBody>
          <a:bodyPr lIns="90000" rIns="90000" tIns="45000" bIns="45000" anchor="t">
            <a:noAutofit/>
          </a:bodyPr>
          <a:p>
            <a:r>
              <a:rPr b="1" lang="fr-FR" sz="2400" spc="-1" strike="noStrike">
                <a:solidFill>
                  <a:srgbClr val="ff0000"/>
                </a:solidFill>
                <a:latin typeface="Times New Roman"/>
              </a:rPr>
              <a:t>Charte Graphique : </a:t>
            </a:r>
            <a:r>
              <a:rPr b="1" lang="fr-FR" sz="2400" spc="-1" strike="noStrike">
                <a:solidFill>
                  <a:srgbClr val="000000"/>
                </a:solidFill>
                <a:latin typeface="Times New Roman"/>
              </a:rPr>
              <a:t>Dark Mode</a:t>
            </a:r>
            <a:endParaRPr b="0" lang="fr-FR" sz="2400" spc="-1" strike="noStrike">
              <a:solidFill>
                <a:srgbClr val="000000"/>
              </a:solidFill>
              <a:latin typeface="Arial"/>
            </a:endParaRPr>
          </a:p>
        </p:txBody>
      </p:sp>
      <p:sp>
        <p:nvSpPr>
          <p:cNvPr id="426" name=""/>
          <p:cNvSpPr/>
          <p:nvPr/>
        </p:nvSpPr>
        <p:spPr>
          <a:xfrm>
            <a:off x="673200" y="579600"/>
            <a:ext cx="720000" cy="500400"/>
          </a:xfrm>
          <a:prstGeom prst="rightArrow">
            <a:avLst>
              <a:gd name="adj1" fmla="val 50000"/>
              <a:gd name="adj2" fmla="val 35971"/>
            </a:avLst>
          </a:prstGeom>
          <a:solidFill>
            <a:srgbClr val="ff0000"/>
          </a:solidFill>
          <a:ln w="18000">
            <a:noFill/>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3" name="PlaceHolder 2"/>
          <p:cNvSpPr>
            <a:spLocks noGrp="1"/>
          </p:cNvSpPr>
          <p:nvPr>
            <p:ph type="ftr" idx="14"/>
          </p:nvPr>
        </p:nvSpPr>
        <p:spPr/>
        <p:txBody>
          <a:bodyPr/>
          <a:p>
            <a:r>
              <a:t>Blog-Pro-DA</a:t>
            </a:r>
          </a:p>
        </p:txBody>
      </p:sp>
      <p:sp>
        <p:nvSpPr>
          <p:cNvPr id="4" name="PlaceHolder 3"/>
          <p:cNvSpPr>
            <a:spLocks noGrp="1"/>
          </p:cNvSpPr>
          <p:nvPr>
            <p:ph type="sldNum" idx="15"/>
          </p:nvPr>
        </p:nvSpPr>
        <p:spPr/>
        <p:txBody>
          <a:bodyPr/>
          <a:p>
            <a:fld id="{A132E26E-D25A-4DCC-A6BD-9F6C1AE0FB02}" type="slidenum">
              <a:t>6</a:t>
            </a:fld>
          </a:p>
        </p:txBody>
      </p:sp>
      <p:sp>
        <p:nvSpPr>
          <p:cNvPr id="5" name="PlaceHolder 4"/>
          <p:cNvSpPr>
            <a:spLocks noGrp="1"/>
          </p:cNvSpPr>
          <p:nvPr>
            <p:ph type="dt" idx="13"/>
          </p:nvPr>
        </p:nvSpPr>
        <p:spPr/>
        <p:txBody>
          <a:bodyPr/>
          <a:p>
            <a:fld id="{0C082AD0-85A2-481C-9E3E-790EE0EC2541}" type="datetime1">
              <a:rPr lang="fr-FR"/>
              <a:t>07/02/26</a:t>
            </a:fld>
          </a:p>
        </p:txBody>
      </p:sp>
    </p:spTree>
  </p:cSld>
  <mc:AlternateContent>
    <mc:Choice Requires="p14">
      <p:transition spd="slow" p14:dur="2000">
        <p:blinds dir="vert"/>
      </p:transition>
    </mc:Choice>
    <mc:Fallback>
      <p:transition spd="slow">
        <p:blinds dir="vert"/>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720000" y="360000"/>
            <a:ext cx="8640000" cy="900000"/>
          </a:xfrm>
          <a:prstGeom prst="rect">
            <a:avLst/>
          </a:prstGeom>
          <a:noFill/>
          <a:ln w="0">
            <a:noFill/>
          </a:ln>
        </p:spPr>
        <p:txBody>
          <a:bodyPr lIns="0" rIns="0" tIns="0" bIns="0" anchor="ctr">
            <a:noAutofit/>
          </a:bodyPr>
          <a:p>
            <a:pPr indent="0" algn="ctr">
              <a:spcBef>
                <a:spcPts val="1191"/>
              </a:spcBef>
              <a:spcAft>
                <a:spcPts val="992"/>
              </a:spcAft>
              <a:buNone/>
            </a:pPr>
            <a:r>
              <a:rPr b="1" lang="fr-FR" sz="4000" spc="-1" strike="noStrike">
                <a:solidFill>
                  <a:srgbClr val="ff0000"/>
                </a:solidFill>
                <a:latin typeface="DejaVu Sans"/>
              </a:rPr>
              <a:t>3. Analyse et Conception</a:t>
            </a:r>
            <a:endParaRPr b="0" lang="fr-FR" sz="4000" spc="-1" strike="noStrike">
              <a:solidFill>
                <a:srgbClr val="333333"/>
              </a:solidFill>
              <a:latin typeface="DejaVu Sans"/>
            </a:endParaRPr>
          </a:p>
        </p:txBody>
      </p:sp>
      <p:sp>
        <p:nvSpPr>
          <p:cNvPr id="428" name=""/>
          <p:cNvSpPr txBox="1"/>
          <p:nvPr/>
        </p:nvSpPr>
        <p:spPr>
          <a:xfrm>
            <a:off x="1241280" y="1742760"/>
            <a:ext cx="6663960" cy="566640"/>
          </a:xfrm>
          <a:prstGeom prst="rect">
            <a:avLst/>
          </a:prstGeom>
          <a:noFill/>
          <a:ln w="18000">
            <a:noFill/>
          </a:ln>
        </p:spPr>
        <p:txBody>
          <a:bodyPr lIns="90000" rIns="90000" tIns="45000" bIns="45000" anchor="t">
            <a:noAutofit/>
          </a:bodyPr>
          <a:p>
            <a:r>
              <a:rPr b="1" lang="fr-FR" sz="4000" spc="-1" strike="noStrike">
                <a:solidFill>
                  <a:srgbClr val="158466"/>
                </a:solidFill>
                <a:latin typeface="Times New Roman"/>
              </a:rPr>
              <a:t>Sécurité et Performance</a:t>
            </a:r>
            <a:endParaRPr b="0" lang="fr-FR" sz="4000" spc="-1" strike="noStrike">
              <a:solidFill>
                <a:srgbClr val="000000"/>
              </a:solidFill>
              <a:latin typeface="Arial"/>
            </a:endParaRPr>
          </a:p>
        </p:txBody>
      </p:sp>
      <p:sp>
        <p:nvSpPr>
          <p:cNvPr id="429" name=""/>
          <p:cNvSpPr/>
          <p:nvPr/>
        </p:nvSpPr>
        <p:spPr>
          <a:xfrm flipH="1">
            <a:off x="540000" y="1980000"/>
            <a:ext cx="720000" cy="0"/>
          </a:xfrm>
          <a:prstGeom prst="line">
            <a:avLst/>
          </a:prstGeom>
          <a:ln w="90000">
            <a:solidFill>
              <a:srgbClr val="009bdd"/>
            </a:solidFill>
            <a:round/>
            <a:headEnd len="med" type="triangle" w="med"/>
            <a:tailEnd len="med" type="diamond" w="med"/>
          </a:ln>
        </p:spPr>
        <p:style>
          <a:lnRef idx="0"/>
          <a:fillRef idx="0"/>
          <a:effectRef idx="0"/>
          <a:fontRef idx="minor"/>
        </p:style>
        <p:txBody>
          <a:bodyPr lIns="126000" rIns="126000" tIns="-81000" bIns="-81000" anchor="ctr">
            <a:noAutofit/>
          </a:bodyPr>
          <a:p>
            <a:endParaRPr b="0" lang="fr-FR" sz="1800" spc="-1" strike="noStrike">
              <a:solidFill>
                <a:srgbClr val="ffffff"/>
              </a:solidFill>
              <a:latin typeface="Arial"/>
            </a:endParaRPr>
          </a:p>
        </p:txBody>
      </p:sp>
      <p:sp>
        <p:nvSpPr>
          <p:cNvPr id="430" name=""/>
          <p:cNvSpPr/>
          <p:nvPr/>
        </p:nvSpPr>
        <p:spPr>
          <a:xfrm>
            <a:off x="1260000" y="2700000"/>
            <a:ext cx="359640" cy="359640"/>
          </a:xfrm>
          <a:prstGeom prst="pentagon">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431" name=""/>
          <p:cNvSpPr/>
          <p:nvPr/>
        </p:nvSpPr>
        <p:spPr>
          <a:xfrm>
            <a:off x="1260360" y="3600000"/>
            <a:ext cx="359640" cy="359640"/>
          </a:xfrm>
          <a:prstGeom prst="pentagon">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432" name=""/>
          <p:cNvSpPr txBox="1"/>
          <p:nvPr/>
        </p:nvSpPr>
        <p:spPr>
          <a:xfrm>
            <a:off x="1681560" y="2700000"/>
            <a:ext cx="8398440" cy="540000"/>
          </a:xfrm>
          <a:prstGeom prst="rect">
            <a:avLst/>
          </a:prstGeom>
          <a:noFill/>
          <a:ln w="18000">
            <a:noFill/>
          </a:ln>
        </p:spPr>
        <p:txBody>
          <a:bodyPr lIns="90000" rIns="90000" tIns="45000" bIns="45000" anchor="t">
            <a:noAutofit/>
          </a:bodyPr>
          <a:p>
            <a:r>
              <a:rPr b="1" lang="fr-FR" sz="4000" spc="-1" strike="noStrike">
                <a:solidFill>
                  <a:srgbClr val="ff0000"/>
                </a:solidFill>
                <a:latin typeface="Times New Roman"/>
              </a:rPr>
              <a:t>Django : </a:t>
            </a:r>
            <a:r>
              <a:rPr b="1" lang="fr-FR" sz="4000" spc="-1" strike="noStrike">
                <a:solidFill>
                  <a:srgbClr val="000000"/>
                </a:solidFill>
                <a:latin typeface="Times New Roman"/>
              </a:rPr>
              <a:t>Pour la sécurisation</a:t>
            </a:r>
            <a:endParaRPr b="0" lang="fr-FR" sz="4000" spc="-1" strike="noStrike">
              <a:solidFill>
                <a:srgbClr val="000000"/>
              </a:solidFill>
              <a:latin typeface="Arial"/>
            </a:endParaRPr>
          </a:p>
        </p:txBody>
      </p:sp>
      <p:sp>
        <p:nvSpPr>
          <p:cNvPr id="433" name=""/>
          <p:cNvSpPr txBox="1"/>
          <p:nvPr/>
        </p:nvSpPr>
        <p:spPr>
          <a:xfrm>
            <a:off x="1681560" y="3420000"/>
            <a:ext cx="8398440" cy="540000"/>
          </a:xfrm>
          <a:prstGeom prst="rect">
            <a:avLst/>
          </a:prstGeom>
          <a:noFill/>
          <a:ln w="18000">
            <a:noFill/>
          </a:ln>
        </p:spPr>
        <p:txBody>
          <a:bodyPr lIns="90000" rIns="90000" tIns="45000" bIns="45000" anchor="t">
            <a:noAutofit/>
          </a:bodyPr>
          <a:p>
            <a:r>
              <a:rPr b="1" lang="fr-FR" sz="4000" spc="-1" strike="noStrike">
                <a:solidFill>
                  <a:srgbClr val="ff0000"/>
                </a:solidFill>
                <a:latin typeface="Times New Roman"/>
              </a:rPr>
              <a:t>Bootstrap 5 : </a:t>
            </a:r>
            <a:r>
              <a:rPr b="1" lang="fr-FR" sz="3200" spc="-1" strike="noStrike">
                <a:solidFill>
                  <a:srgbClr val="000000"/>
                </a:solidFill>
                <a:latin typeface="Times New Roman"/>
              </a:rPr>
              <a:t>Pour l’optimisation du vusiel</a:t>
            </a:r>
            <a:endParaRPr b="0" lang="fr-FR" sz="3200" spc="-1" strike="noStrike">
              <a:solidFill>
                <a:srgbClr val="000000"/>
              </a:solidFill>
              <a:latin typeface="Arial"/>
            </a:endParaRPr>
          </a:p>
        </p:txBody>
      </p:sp>
      <p:sp>
        <p:nvSpPr>
          <p:cNvPr id="434" name=""/>
          <p:cNvSpPr/>
          <p:nvPr/>
        </p:nvSpPr>
        <p:spPr>
          <a:xfrm>
            <a:off x="673200" y="579960"/>
            <a:ext cx="720000" cy="500400"/>
          </a:xfrm>
          <a:prstGeom prst="rightArrow">
            <a:avLst>
              <a:gd name="adj1" fmla="val 50000"/>
              <a:gd name="adj2" fmla="val 35971"/>
            </a:avLst>
          </a:prstGeom>
          <a:solidFill>
            <a:srgbClr val="ff0000"/>
          </a:solidFill>
          <a:ln w="18000">
            <a:noFill/>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3" name="PlaceHolder 2"/>
          <p:cNvSpPr>
            <a:spLocks noGrp="1"/>
          </p:cNvSpPr>
          <p:nvPr>
            <p:ph type="ftr" idx="14"/>
          </p:nvPr>
        </p:nvSpPr>
        <p:spPr/>
        <p:txBody>
          <a:bodyPr/>
          <a:p>
            <a:r>
              <a:t>Blog-Pro-DA</a:t>
            </a:r>
          </a:p>
        </p:txBody>
      </p:sp>
      <p:sp>
        <p:nvSpPr>
          <p:cNvPr id="4" name="PlaceHolder 3"/>
          <p:cNvSpPr>
            <a:spLocks noGrp="1"/>
          </p:cNvSpPr>
          <p:nvPr>
            <p:ph type="sldNum" idx="15"/>
          </p:nvPr>
        </p:nvSpPr>
        <p:spPr/>
        <p:txBody>
          <a:bodyPr/>
          <a:p>
            <a:fld id="{1B4A65D0-E8E4-490E-9B32-AABD2FB7DCE3}" type="slidenum">
              <a:t>7</a:t>
            </a:fld>
          </a:p>
        </p:txBody>
      </p:sp>
      <p:sp>
        <p:nvSpPr>
          <p:cNvPr id="5" name="PlaceHolder 4"/>
          <p:cNvSpPr>
            <a:spLocks noGrp="1"/>
          </p:cNvSpPr>
          <p:nvPr>
            <p:ph type="dt" idx="13"/>
          </p:nvPr>
        </p:nvSpPr>
        <p:spPr/>
        <p:txBody>
          <a:bodyPr/>
          <a:p>
            <a:fld id="{1B9CECB3-A974-44EE-AE6A-F1457BC58F84}" type="datetime1">
              <a:rPr lang="fr-FR"/>
              <a:t>07/02/26</a:t>
            </a:fld>
          </a:p>
        </p:txBody>
      </p:sp>
    </p:spTree>
  </p:cSld>
  <mc:AlternateContent>
    <mc:Choice Requires="p14">
      <p:transition spd="slow" p14:dur="2000">
        <p:plus/>
      </p:transition>
    </mc:Choice>
    <mc:Fallback>
      <p:transition spd="slow">
        <p:plus/>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720000" y="360000"/>
            <a:ext cx="8640000" cy="900000"/>
          </a:xfrm>
          <a:prstGeom prst="rect">
            <a:avLst/>
          </a:prstGeom>
          <a:noFill/>
          <a:ln w="0">
            <a:noFill/>
          </a:ln>
        </p:spPr>
        <p:txBody>
          <a:bodyPr lIns="0" rIns="0" tIns="0" bIns="0" anchor="ctr">
            <a:noAutofit/>
          </a:bodyPr>
          <a:p>
            <a:pPr indent="0" algn="ctr">
              <a:spcBef>
                <a:spcPts val="1191"/>
              </a:spcBef>
              <a:spcAft>
                <a:spcPts val="992"/>
              </a:spcAft>
              <a:buNone/>
            </a:pPr>
            <a:r>
              <a:rPr b="1" lang="fr-FR" sz="4000" spc="-1" strike="noStrike">
                <a:solidFill>
                  <a:srgbClr val="ff0000"/>
                </a:solidFill>
                <a:latin typeface="DejaVu Sans"/>
              </a:rPr>
              <a:t>3. Analyse et Conception</a:t>
            </a:r>
            <a:endParaRPr b="0" lang="fr-FR" sz="4000" spc="-1" strike="noStrike">
              <a:solidFill>
                <a:srgbClr val="333333"/>
              </a:solidFill>
              <a:latin typeface="DejaVu Sans"/>
            </a:endParaRPr>
          </a:p>
        </p:txBody>
      </p:sp>
      <p:pic>
        <p:nvPicPr>
          <p:cNvPr id="436" name="" descr=""/>
          <p:cNvPicPr/>
          <p:nvPr/>
        </p:nvPicPr>
        <p:blipFill>
          <a:blip r:embed="rId1"/>
          <a:srcRect l="0" t="19852" r="0" b="19823"/>
          <a:stretch/>
        </p:blipFill>
        <p:spPr>
          <a:xfrm>
            <a:off x="1414440" y="1440360"/>
            <a:ext cx="7293240" cy="3419640"/>
          </a:xfrm>
          <a:prstGeom prst="rect">
            <a:avLst/>
          </a:prstGeom>
          <a:ln w="18000">
            <a:noFill/>
          </a:ln>
        </p:spPr>
      </p:pic>
      <p:sp>
        <p:nvSpPr>
          <p:cNvPr id="437" name=""/>
          <p:cNvSpPr/>
          <p:nvPr/>
        </p:nvSpPr>
        <p:spPr>
          <a:xfrm>
            <a:off x="673200" y="579960"/>
            <a:ext cx="720000" cy="500400"/>
          </a:xfrm>
          <a:prstGeom prst="rightArrow">
            <a:avLst>
              <a:gd name="adj1" fmla="val 50000"/>
              <a:gd name="adj2" fmla="val 35971"/>
            </a:avLst>
          </a:prstGeom>
          <a:solidFill>
            <a:srgbClr val="ff0000"/>
          </a:solidFill>
          <a:ln w="18000">
            <a:noFill/>
          </a:ln>
        </p:spPr>
        <p:style>
          <a:lnRef idx="0"/>
          <a:fillRef idx="0"/>
          <a:effectRef idx="0"/>
          <a:fontRef idx="minor"/>
        </p:style>
        <p:txBody>
          <a:bodyPr wrap="none" lIns="90000" rIns="90000" tIns="45000" bIns="45000" anchor="ctr">
            <a:noAutofit/>
          </a:bodyPr>
          <a:p>
            <a:endParaRPr b="0" lang="fr-FR" sz="1800" spc="-1" strike="noStrike">
              <a:solidFill>
                <a:srgbClr val="ffffff"/>
              </a:solidFill>
              <a:latin typeface="Arial"/>
            </a:endParaRPr>
          </a:p>
        </p:txBody>
      </p:sp>
      <p:sp>
        <p:nvSpPr>
          <p:cNvPr id="3" name="PlaceHolder 2"/>
          <p:cNvSpPr>
            <a:spLocks noGrp="1"/>
          </p:cNvSpPr>
          <p:nvPr>
            <p:ph type="ftr" idx="14"/>
          </p:nvPr>
        </p:nvSpPr>
        <p:spPr/>
        <p:txBody>
          <a:bodyPr/>
          <a:p>
            <a:r>
              <a:t>Blog-Pro-DA</a:t>
            </a:r>
          </a:p>
        </p:txBody>
      </p:sp>
      <p:sp>
        <p:nvSpPr>
          <p:cNvPr id="4" name="PlaceHolder 3"/>
          <p:cNvSpPr>
            <a:spLocks noGrp="1"/>
          </p:cNvSpPr>
          <p:nvPr>
            <p:ph type="sldNum" idx="15"/>
          </p:nvPr>
        </p:nvSpPr>
        <p:spPr/>
        <p:txBody>
          <a:bodyPr/>
          <a:p>
            <a:fld id="{0431C8EF-3CC8-4C20-839B-DE2FC6FE6C6F}" type="slidenum">
              <a:t>8</a:t>
            </a:fld>
          </a:p>
        </p:txBody>
      </p:sp>
      <p:sp>
        <p:nvSpPr>
          <p:cNvPr id="5" name="PlaceHolder 4"/>
          <p:cNvSpPr>
            <a:spLocks noGrp="1"/>
          </p:cNvSpPr>
          <p:nvPr>
            <p:ph type="dt" idx="13"/>
          </p:nvPr>
        </p:nvSpPr>
        <p:spPr/>
        <p:txBody>
          <a:bodyPr/>
          <a:p>
            <a:fld id="{1EBA4A5B-896F-47B5-9FFA-E895B6275F4C}" type="datetime1">
              <a:rPr lang="fr-FR"/>
              <a:t>07/02/26</a:t>
            </a:fld>
          </a:p>
        </p:txBody>
      </p:sp>
    </p:spTree>
  </p:cSld>
  <mc:AlternateContent>
    <mc:Choice Requires="p14">
      <p:transition spd="slow" p14:dur="2000">
        <p:cover dir="d"/>
      </p:transition>
    </mc:Choice>
    <mc:Fallback>
      <p:transition spd="slow">
        <p:cover dir="d"/>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
          <p:cNvSpPr/>
          <p:nvPr/>
        </p:nvSpPr>
        <p:spPr>
          <a:xfrm rot="1800">
            <a:off x="3630240" y="1567080"/>
            <a:ext cx="2890080" cy="2535840"/>
          </a:xfrm>
          <a:prstGeom prst="hexagon">
            <a:avLst>
              <a:gd name="adj" fmla="val 27983"/>
              <a:gd name="vf" fmla="val 115470"/>
            </a:avLst>
          </a:prstGeom>
          <a:noFill/>
          <a:ln w="304920">
            <a:solidFill>
              <a:srgbClr val="2499be"/>
            </a:solidFill>
            <a:round/>
          </a:ln>
        </p:spPr>
        <p:style>
          <a:lnRef idx="0"/>
          <a:fillRef idx="0"/>
          <a:effectRef idx="0"/>
          <a:fontRef idx="minor"/>
        </p:style>
        <p:txBody>
          <a:bodyPr wrap="none" lIns="242640" rIns="242640" tIns="197640" bIns="197640" anchor="ctr">
            <a:noAutofit/>
          </a:bodyPr>
          <a:p>
            <a:pPr algn="ctr"/>
            <a:r>
              <a:rPr b="1" lang="fr-FR" sz="5400" spc="-1" strike="noStrike">
                <a:solidFill>
                  <a:srgbClr val="2499be"/>
                </a:solidFill>
                <a:latin typeface="Noto Sans"/>
              </a:rPr>
              <a:t>DÉMO</a:t>
            </a:r>
            <a:endParaRPr b="1" lang="fr-FR" sz="5400" spc="-1" strike="noStrike">
              <a:solidFill>
                <a:srgbClr val="2499be"/>
              </a:solidFill>
              <a:latin typeface="Noto Sans"/>
            </a:endParaRPr>
          </a:p>
        </p:txBody>
      </p:sp>
      <p:sp>
        <p:nvSpPr>
          <p:cNvPr id="439" name=""/>
          <p:cNvSpPr txBox="1"/>
          <p:nvPr/>
        </p:nvSpPr>
        <p:spPr>
          <a:xfrm>
            <a:off x="1980000" y="-478800"/>
            <a:ext cx="12060000" cy="2458800"/>
          </a:xfrm>
          <a:prstGeom prst="rect">
            <a:avLst/>
          </a:prstGeom>
          <a:noFill/>
          <a:ln w="0">
            <a:noFill/>
          </a:ln>
        </p:spPr>
        <p:txBody>
          <a:bodyPr lIns="90000" rIns="90000" tIns="45000" bIns="45000" anchor="ctr">
            <a:noAutofit/>
          </a:bodyPr>
          <a:p>
            <a:r>
              <a:rPr b="1" lang="fr-FR" sz="4400" spc="-1" strike="noStrike" u="sng">
                <a:solidFill>
                  <a:srgbClr val="2a6099"/>
                </a:solidFill>
                <a:uFillTx/>
                <a:latin typeface="Arial Black"/>
              </a:rPr>
              <a:t>4. DÉMONSTRATION</a:t>
            </a:r>
            <a:endParaRPr b="0" lang="fr-FR" sz="4400" spc="-1" strike="noStrike">
              <a:solidFill>
                <a:srgbClr val="000000"/>
              </a:solidFill>
              <a:latin typeface="Nimbus Sans"/>
            </a:endParaRPr>
          </a:p>
        </p:txBody>
      </p:sp>
      <p:sp>
        <p:nvSpPr>
          <p:cNvPr id="440" name=""/>
          <p:cNvSpPr/>
          <p:nvPr/>
        </p:nvSpPr>
        <p:spPr>
          <a:xfrm>
            <a:off x="5075640" y="4389480"/>
            <a:ext cx="0" cy="1280160"/>
          </a:xfrm>
          <a:prstGeom prst="line">
            <a:avLst/>
          </a:prstGeom>
          <a:ln w="38160">
            <a:solidFill>
              <a:srgbClr val="2499be"/>
            </a:solidFill>
            <a:round/>
            <a:headEnd len="med" type="oval" w="med"/>
          </a:ln>
        </p:spPr>
        <p:style>
          <a:lnRef idx="0"/>
          <a:fillRef idx="0"/>
          <a:effectRef idx="0"/>
          <a:fontRef idx="minor"/>
        </p:style>
        <p:txBody>
          <a:bodyPr lIns="109080" rIns="109080" tIns="64080" bIns="64080" anchor="ctr">
            <a:noAutofit/>
          </a:bodyPr>
          <a:p>
            <a:endParaRPr b="0" lang="fr-FR" sz="1800" spc="-1" strike="noStrike">
              <a:solidFill>
                <a:srgbClr val="000000"/>
              </a:solidFill>
              <a:latin typeface="Noto Sans"/>
            </a:endParaRPr>
          </a:p>
        </p:txBody>
      </p:sp>
      <p:sp>
        <p:nvSpPr>
          <p:cNvPr id="2" name="PlaceHolder 1"/>
          <p:cNvSpPr>
            <a:spLocks noGrp="1"/>
          </p:cNvSpPr>
          <p:nvPr>
            <p:ph type="ftr" idx="26"/>
          </p:nvPr>
        </p:nvSpPr>
        <p:spPr/>
        <p:txBody>
          <a:bodyPr/>
          <a:p>
            <a:r>
              <a:t>Blog-Pro-DA</a:t>
            </a:r>
          </a:p>
        </p:txBody>
      </p:sp>
      <p:sp>
        <p:nvSpPr>
          <p:cNvPr id="3" name="PlaceHolder 2"/>
          <p:cNvSpPr>
            <a:spLocks noGrp="1"/>
          </p:cNvSpPr>
          <p:nvPr>
            <p:ph type="sldNum" idx="27"/>
          </p:nvPr>
        </p:nvSpPr>
        <p:spPr/>
        <p:txBody>
          <a:bodyPr/>
          <a:p>
            <a:fld id="{71C966A3-2EE3-4721-A61A-BAD37506A6AA}" type="slidenum">
              <a:t>9</a:t>
            </a:fld>
          </a:p>
        </p:txBody>
      </p:sp>
      <p:sp>
        <p:nvSpPr>
          <p:cNvPr id="4" name="PlaceHolder 3"/>
          <p:cNvSpPr>
            <a:spLocks noGrp="1"/>
          </p:cNvSpPr>
          <p:nvPr>
            <p:ph type="dt" idx="25"/>
          </p:nvPr>
        </p:nvSpPr>
        <p:spPr/>
        <p:txBody>
          <a:bodyPr/>
          <a:p>
            <a:fld id="{C27DA6E9-BEFB-45AD-B03A-58876CFF7580}" type="datetime1">
              <a:rPr lang="fr-FR"/>
              <a:t>07/02/26</a:t>
            </a:fld>
          </a:p>
        </p:txBody>
      </p:sp>
    </p:spTree>
  </p:cSld>
  <mc:AlternateContent>
    <mc:Choice Requires="p14">
      <p:transition spd="slow" p14:dur="5000">
        <p:newsflash/>
      </p:transition>
    </mc:Choice>
    <mc:Fallback>
      <p:transition spd="slow">
        <p:newsflash/>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title"/>
          </p:nvPr>
        </p:nvSpPr>
        <p:spPr>
          <a:xfrm>
            <a:off x="540000" y="450000"/>
            <a:ext cx="8640000" cy="630000"/>
          </a:xfrm>
          <a:prstGeom prst="rect">
            <a:avLst/>
          </a:prstGeom>
          <a:noFill/>
          <a:ln w="0">
            <a:noFill/>
          </a:ln>
        </p:spPr>
        <p:txBody>
          <a:bodyPr lIns="0" rIns="0" tIns="0" bIns="0" anchor="ctr">
            <a:noAutofit/>
          </a:bodyPr>
          <a:p>
            <a:pPr indent="0">
              <a:lnSpc>
                <a:spcPct val="100000"/>
              </a:lnSpc>
              <a:spcBef>
                <a:spcPts val="1191"/>
              </a:spcBef>
              <a:spcAft>
                <a:spcPts val="992"/>
              </a:spcAft>
              <a:buNone/>
            </a:pPr>
            <a:r>
              <a:rPr b="1" lang="fr-FR" sz="3600" spc="-1" strike="noStrike">
                <a:solidFill>
                  <a:srgbClr val="2a6099"/>
                </a:solidFill>
                <a:latin typeface="Gentium Basic"/>
              </a:rPr>
              <a:t>4. CONCLUSION ET PERSPECTIVES</a:t>
            </a:r>
            <a:endParaRPr b="0" lang="fr-FR" sz="3600" spc="-1" strike="noStrike">
              <a:solidFill>
                <a:srgbClr val="2a6099"/>
              </a:solidFill>
              <a:latin typeface="Gentium Basic"/>
            </a:endParaRPr>
          </a:p>
        </p:txBody>
      </p:sp>
      <p:sp>
        <p:nvSpPr>
          <p:cNvPr id="442" name=""/>
          <p:cNvSpPr txBox="1"/>
          <p:nvPr/>
        </p:nvSpPr>
        <p:spPr>
          <a:xfrm>
            <a:off x="540000" y="1533960"/>
            <a:ext cx="4891680" cy="446040"/>
          </a:xfrm>
          <a:prstGeom prst="rect">
            <a:avLst/>
          </a:prstGeom>
          <a:noFill/>
          <a:ln w="18000">
            <a:noFill/>
          </a:ln>
        </p:spPr>
        <p:txBody>
          <a:bodyPr lIns="90000" rIns="90000" tIns="45000" bIns="45000" anchor="t">
            <a:noAutofit/>
          </a:bodyPr>
          <a:p>
            <a:r>
              <a:rPr b="1" lang="fr-FR" sz="2000" spc="-1" strike="noStrike">
                <a:solidFill>
                  <a:srgbClr val="ff0000"/>
                </a:solidFill>
                <a:latin typeface="Arial Black"/>
              </a:rPr>
              <a:t>=&gt; Bilan du Projet</a:t>
            </a:r>
            <a:endParaRPr b="1" lang="fr-FR" sz="2000" spc="-1" strike="noStrike">
              <a:solidFill>
                <a:srgbClr val="ff0000"/>
              </a:solidFill>
              <a:latin typeface="Arial Black"/>
            </a:endParaRPr>
          </a:p>
        </p:txBody>
      </p:sp>
      <p:sp>
        <p:nvSpPr>
          <p:cNvPr id="443" name=""/>
          <p:cNvSpPr txBox="1"/>
          <p:nvPr/>
        </p:nvSpPr>
        <p:spPr>
          <a:xfrm>
            <a:off x="504000" y="3369240"/>
            <a:ext cx="4891680" cy="446040"/>
          </a:xfrm>
          <a:prstGeom prst="rect">
            <a:avLst/>
          </a:prstGeom>
          <a:noFill/>
          <a:ln w="18000">
            <a:noFill/>
          </a:ln>
        </p:spPr>
        <p:txBody>
          <a:bodyPr lIns="90000" rIns="90000" tIns="45000" bIns="45000" anchor="t">
            <a:noAutofit/>
          </a:bodyPr>
          <a:p>
            <a:pPr>
              <a:lnSpc>
                <a:spcPct val="100000"/>
              </a:lnSpc>
              <a:spcBef>
                <a:spcPts val="1191"/>
              </a:spcBef>
              <a:spcAft>
                <a:spcPts val="992"/>
              </a:spcAft>
            </a:pPr>
            <a:r>
              <a:rPr b="1" lang="fr-FR" sz="1800" spc="-1" strike="noStrike">
                <a:solidFill>
                  <a:srgbClr val="ff0000"/>
                </a:solidFill>
                <a:latin typeface="Arial Black"/>
              </a:rPr>
              <a:t>=&gt; Perspectives d'Évolution</a:t>
            </a:r>
            <a:endParaRPr b="1" lang="fr-FR" sz="1800" spc="-1" strike="noStrike">
              <a:solidFill>
                <a:srgbClr val="ff0000"/>
              </a:solidFill>
              <a:latin typeface="Arial Black"/>
            </a:endParaRPr>
          </a:p>
        </p:txBody>
      </p:sp>
      <p:sp>
        <p:nvSpPr>
          <p:cNvPr id="444" name=""/>
          <p:cNvSpPr txBox="1"/>
          <p:nvPr/>
        </p:nvSpPr>
        <p:spPr>
          <a:xfrm>
            <a:off x="1080000" y="2160000"/>
            <a:ext cx="9000000" cy="231840"/>
          </a:xfrm>
          <a:prstGeom prst="rect">
            <a:avLst/>
          </a:prstGeom>
          <a:noFill/>
          <a:ln w="18000">
            <a:noFill/>
          </a:ln>
        </p:spPr>
        <p:txBody>
          <a:bodyPr lIns="90000" rIns="90000" tIns="45000" bIns="45000" anchor="t">
            <a:noAutofit/>
          </a:bodyPr>
          <a:p>
            <a:r>
              <a:rPr b="0" lang="fr-FR" sz="1500" spc="-1" strike="noStrike">
                <a:solidFill>
                  <a:srgbClr val="000000"/>
                </a:solidFill>
                <a:latin typeface="Arial Black"/>
              </a:rPr>
              <a:t>Réussite de la mise en place d'une plateforme vitrine complète et fonctionnelle</a:t>
            </a:r>
            <a:endParaRPr b="0" lang="fr-FR" sz="1500" spc="-1" strike="noStrike">
              <a:solidFill>
                <a:srgbClr val="000000"/>
              </a:solidFill>
              <a:latin typeface="Arial Black"/>
            </a:endParaRPr>
          </a:p>
        </p:txBody>
      </p:sp>
      <p:sp>
        <p:nvSpPr>
          <p:cNvPr id="445" name=""/>
          <p:cNvSpPr txBox="1"/>
          <p:nvPr/>
        </p:nvSpPr>
        <p:spPr>
          <a:xfrm>
            <a:off x="1080000" y="2648160"/>
            <a:ext cx="8893440" cy="231840"/>
          </a:xfrm>
          <a:prstGeom prst="rect">
            <a:avLst/>
          </a:prstGeom>
          <a:noFill/>
          <a:ln w="18000">
            <a:noFill/>
          </a:ln>
        </p:spPr>
        <p:txBody>
          <a:bodyPr lIns="90000" rIns="90000" tIns="45000" bIns="45000" anchor="t">
            <a:noAutofit/>
          </a:bodyPr>
          <a:p>
            <a:r>
              <a:rPr b="0" lang="fr-FR" sz="1500" spc="-1" strike="noStrike">
                <a:solidFill>
                  <a:srgbClr val="000000"/>
                </a:solidFill>
                <a:latin typeface="Arial Black"/>
              </a:rPr>
              <a:t>Déploiement d'un Mode Sombre élégant garantissant une</a:t>
            </a:r>
            <a:endParaRPr b="0" lang="fr-FR" sz="1500" spc="-1" strike="noStrike">
              <a:solidFill>
                <a:srgbClr val="000000"/>
              </a:solidFill>
              <a:latin typeface="Arial Black"/>
            </a:endParaRPr>
          </a:p>
          <a:p>
            <a:r>
              <a:rPr b="0" lang="fr-FR" sz="1500" spc="-1" strike="noStrike">
                <a:solidFill>
                  <a:srgbClr val="000000"/>
                </a:solidFill>
                <a:latin typeface="Arial Black"/>
              </a:rPr>
              <a:t> </a:t>
            </a:r>
            <a:r>
              <a:rPr b="0" lang="fr-FR" sz="1500" spc="-1" strike="noStrike">
                <a:solidFill>
                  <a:srgbClr val="000000"/>
                </a:solidFill>
                <a:latin typeface="Arial Black"/>
              </a:rPr>
              <a:t>lecture confortable sur tous les thèmes.</a:t>
            </a:r>
            <a:endParaRPr b="0" lang="fr-FR" sz="1500" spc="-1" strike="noStrike">
              <a:solidFill>
                <a:srgbClr val="000000"/>
              </a:solidFill>
              <a:latin typeface="Arial Black"/>
            </a:endParaRPr>
          </a:p>
        </p:txBody>
      </p:sp>
      <p:sp>
        <p:nvSpPr>
          <p:cNvPr id="446" name=""/>
          <p:cNvSpPr txBox="1"/>
          <p:nvPr/>
        </p:nvSpPr>
        <p:spPr>
          <a:xfrm>
            <a:off x="1080000" y="3815280"/>
            <a:ext cx="9071640" cy="231840"/>
          </a:xfrm>
          <a:prstGeom prst="rect">
            <a:avLst/>
          </a:prstGeom>
          <a:noFill/>
          <a:ln w="18000">
            <a:noFill/>
          </a:ln>
        </p:spPr>
        <p:txBody>
          <a:bodyPr lIns="90000" rIns="90000" tIns="45000" bIns="45000" anchor="t">
            <a:noAutofit/>
          </a:bodyPr>
          <a:p>
            <a:r>
              <a:rPr b="0" lang="fr-FR" sz="1500" spc="-1" strike="noStrike">
                <a:solidFill>
                  <a:srgbClr val="000000"/>
                </a:solidFill>
                <a:latin typeface="Arial Black"/>
              </a:rPr>
              <a:t>Intégration d'un système de prise de rendez-vous en ligne pour </a:t>
            </a:r>
            <a:endParaRPr b="0" lang="fr-FR" sz="1500" spc="-1" strike="noStrike">
              <a:solidFill>
                <a:srgbClr val="000000"/>
              </a:solidFill>
              <a:latin typeface="Arial Black"/>
            </a:endParaRPr>
          </a:p>
          <a:p>
            <a:r>
              <a:rPr b="0" lang="fr-FR" sz="1500" spc="-1" strike="noStrike">
                <a:solidFill>
                  <a:srgbClr val="000000"/>
                </a:solidFill>
                <a:latin typeface="Arial Black"/>
              </a:rPr>
              <a:t>automatiser la gestion des interventions.</a:t>
            </a:r>
            <a:endParaRPr b="0" lang="fr-FR" sz="1500" spc="-1" strike="noStrike">
              <a:solidFill>
                <a:srgbClr val="000000"/>
              </a:solidFill>
              <a:latin typeface="Arial Black"/>
            </a:endParaRPr>
          </a:p>
        </p:txBody>
      </p:sp>
      <p:sp>
        <p:nvSpPr>
          <p:cNvPr id="447" name=""/>
          <p:cNvSpPr txBox="1"/>
          <p:nvPr/>
        </p:nvSpPr>
        <p:spPr>
          <a:xfrm>
            <a:off x="1080000" y="4628160"/>
            <a:ext cx="9076320" cy="231840"/>
          </a:xfrm>
          <a:prstGeom prst="rect">
            <a:avLst/>
          </a:prstGeom>
          <a:noFill/>
          <a:ln w="18000">
            <a:noFill/>
          </a:ln>
        </p:spPr>
        <p:txBody>
          <a:bodyPr lIns="90000" rIns="90000" tIns="45000" bIns="45000" anchor="t">
            <a:noAutofit/>
          </a:bodyPr>
          <a:p>
            <a:r>
              <a:rPr b="0" lang="fr-FR" sz="2100" spc="-1" strike="noStrike">
                <a:solidFill>
                  <a:srgbClr val="000000"/>
                </a:solidFill>
                <a:latin typeface="Arial Black"/>
              </a:rPr>
              <a:t>Ajout d'une section "Blog d'actualités tech" </a:t>
            </a:r>
            <a:endParaRPr b="0" lang="fr-FR" sz="2100" spc="-1" strike="noStrike">
              <a:solidFill>
                <a:srgbClr val="000000"/>
              </a:solidFill>
              <a:latin typeface="Arial Black"/>
            </a:endParaRPr>
          </a:p>
        </p:txBody>
      </p:sp>
      <p:sp>
        <p:nvSpPr>
          <p:cNvPr id="448" name=""/>
          <p:cNvSpPr/>
          <p:nvPr/>
        </p:nvSpPr>
        <p:spPr>
          <a:xfrm>
            <a:off x="720000" y="2160000"/>
            <a:ext cx="360000" cy="231840"/>
          </a:xfrm>
          <a:custGeom>
            <a:avLst/>
            <a:gdLst>
              <a:gd name="textAreaLeft" fmla="*/ 93240 w 360000"/>
              <a:gd name="textAreaRight" fmla="*/ 266760 w 360000"/>
              <a:gd name="textAreaTop" fmla="*/ 78120 h 231840"/>
              <a:gd name="textAreaBottom" fmla="*/ 153720 h 2318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9b2e5"/>
          </a:solidFill>
          <a:ln w="18000">
            <a:solidFill>
              <a:srgbClr val="009bdd"/>
            </a:solidFill>
            <a:round/>
          </a:ln>
        </p:spPr>
        <p:style>
          <a:lnRef idx="0"/>
          <a:fillRef idx="0"/>
          <a:effectRef idx="0"/>
          <a:fontRef idx="minor"/>
        </p:style>
        <p:txBody>
          <a:bodyPr lIns="90000" rIns="90000" tIns="30600" bIns="30600" anchor="t">
            <a:noAutofit/>
          </a:bodyPr>
          <a:p>
            <a:endParaRPr b="0" lang="fr-FR" sz="1800" spc="-1" strike="noStrike">
              <a:solidFill>
                <a:srgbClr val="ffffff"/>
              </a:solidFill>
              <a:latin typeface="Arial"/>
            </a:endParaRPr>
          </a:p>
        </p:txBody>
      </p:sp>
      <p:sp>
        <p:nvSpPr>
          <p:cNvPr id="449" name=""/>
          <p:cNvSpPr/>
          <p:nvPr/>
        </p:nvSpPr>
        <p:spPr>
          <a:xfrm>
            <a:off x="720000" y="2828160"/>
            <a:ext cx="360000" cy="231840"/>
          </a:xfrm>
          <a:custGeom>
            <a:avLst/>
            <a:gdLst>
              <a:gd name="textAreaLeft" fmla="*/ 93240 w 360000"/>
              <a:gd name="textAreaRight" fmla="*/ 266760 w 360000"/>
              <a:gd name="textAreaTop" fmla="*/ 78120 h 231840"/>
              <a:gd name="textAreaBottom" fmla="*/ 153720 h 2318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9b2e5"/>
          </a:solidFill>
          <a:ln w="18000">
            <a:solidFill>
              <a:srgbClr val="009bdd"/>
            </a:solidFill>
            <a:round/>
          </a:ln>
        </p:spPr>
        <p:style>
          <a:lnRef idx="0"/>
          <a:fillRef idx="0"/>
          <a:effectRef idx="0"/>
          <a:fontRef idx="minor"/>
        </p:style>
        <p:txBody>
          <a:bodyPr lIns="90000" rIns="90000" tIns="30600" bIns="30600" anchor="t">
            <a:noAutofit/>
          </a:bodyPr>
          <a:p>
            <a:endParaRPr b="0" lang="fr-FR" sz="1800" spc="-1" strike="noStrike">
              <a:solidFill>
                <a:srgbClr val="ffffff"/>
              </a:solidFill>
              <a:latin typeface="Arial"/>
            </a:endParaRPr>
          </a:p>
        </p:txBody>
      </p:sp>
      <p:sp>
        <p:nvSpPr>
          <p:cNvPr id="450" name=""/>
          <p:cNvSpPr/>
          <p:nvPr/>
        </p:nvSpPr>
        <p:spPr>
          <a:xfrm>
            <a:off x="720000" y="3960000"/>
            <a:ext cx="360000" cy="231840"/>
          </a:xfrm>
          <a:custGeom>
            <a:avLst/>
            <a:gdLst>
              <a:gd name="textAreaLeft" fmla="*/ 93240 w 360000"/>
              <a:gd name="textAreaRight" fmla="*/ 266760 w 360000"/>
              <a:gd name="textAreaTop" fmla="*/ 78120 h 231840"/>
              <a:gd name="textAreaBottom" fmla="*/ 153720 h 2318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9b2e5"/>
          </a:solidFill>
          <a:ln w="18000">
            <a:solidFill>
              <a:srgbClr val="009bdd"/>
            </a:solidFill>
            <a:round/>
          </a:ln>
        </p:spPr>
        <p:style>
          <a:lnRef idx="0"/>
          <a:fillRef idx="0"/>
          <a:effectRef idx="0"/>
          <a:fontRef idx="minor"/>
        </p:style>
        <p:txBody>
          <a:bodyPr lIns="90000" rIns="90000" tIns="30600" bIns="30600" anchor="t">
            <a:noAutofit/>
          </a:bodyPr>
          <a:p>
            <a:endParaRPr b="0" lang="fr-FR" sz="1800" spc="-1" strike="noStrike">
              <a:solidFill>
                <a:srgbClr val="ffffff"/>
              </a:solidFill>
              <a:latin typeface="Arial"/>
            </a:endParaRPr>
          </a:p>
        </p:txBody>
      </p:sp>
      <p:sp>
        <p:nvSpPr>
          <p:cNvPr id="451" name=""/>
          <p:cNvSpPr/>
          <p:nvPr/>
        </p:nvSpPr>
        <p:spPr>
          <a:xfrm>
            <a:off x="720000" y="4731840"/>
            <a:ext cx="360000" cy="231840"/>
          </a:xfrm>
          <a:custGeom>
            <a:avLst/>
            <a:gdLst>
              <a:gd name="textAreaLeft" fmla="*/ 93240 w 360000"/>
              <a:gd name="textAreaRight" fmla="*/ 266760 w 360000"/>
              <a:gd name="textAreaTop" fmla="*/ 78120 h 231840"/>
              <a:gd name="textAreaBottom" fmla="*/ 153720 h 2318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9b2e5"/>
          </a:solidFill>
          <a:ln w="18000">
            <a:solidFill>
              <a:srgbClr val="009bdd"/>
            </a:solidFill>
            <a:round/>
          </a:ln>
        </p:spPr>
        <p:style>
          <a:lnRef idx="0"/>
          <a:fillRef idx="0"/>
          <a:effectRef idx="0"/>
          <a:fontRef idx="minor"/>
        </p:style>
        <p:txBody>
          <a:bodyPr lIns="90000" rIns="90000" tIns="30600" bIns="30600" anchor="t">
            <a:noAutofit/>
          </a:bodyPr>
          <a:p>
            <a:endParaRPr b="0" lang="fr-FR" sz="1800" spc="-1" strike="noStrike">
              <a:solidFill>
                <a:srgbClr val="ffffff"/>
              </a:solidFill>
              <a:latin typeface="Arial"/>
            </a:endParaRPr>
          </a:p>
        </p:txBody>
      </p:sp>
      <p:sp>
        <p:nvSpPr>
          <p:cNvPr id="452" name=""/>
          <p:cNvSpPr/>
          <p:nvPr/>
        </p:nvSpPr>
        <p:spPr>
          <a:xfrm>
            <a:off x="0" y="0"/>
            <a:ext cx="360000" cy="5670000"/>
          </a:xfrm>
          <a:custGeom>
            <a:avLst/>
            <a:gdLst>
              <a:gd name="textAreaLeft" fmla="*/ 17280 w 360000"/>
              <a:gd name="textAreaRight" fmla="*/ 342720 w 360000"/>
              <a:gd name="textAreaTop" fmla="*/ 17280 h 5670000"/>
              <a:gd name="textAreaBottom" fmla="*/ 5652720 h 5670000"/>
            </a:gdLst>
            <a:ahLst/>
            <a:rect l="textAreaLeft" t="textAreaTop" r="textAreaRight" b="textAreaBottom"/>
            <a:pathLst>
              <a:path w="21600" h="339882">
                <a:moveTo>
                  <a:pt x="3600" y="0"/>
                </a:moveTo>
                <a:arcTo wR="3600" hR="3600" stAng="16200000" swAng="-5400000"/>
                <a:lnTo>
                  <a:pt x="0" y="336282"/>
                </a:lnTo>
                <a:arcTo wR="3600" hR="3600" stAng="10800000" swAng="-5400000"/>
                <a:lnTo>
                  <a:pt x="18000" y="339882"/>
                </a:lnTo>
                <a:arcTo wR="3600" hR="3600" stAng="5400000" swAng="-5400000"/>
                <a:lnTo>
                  <a:pt x="21600" y="3600"/>
                </a:lnTo>
                <a:arcTo wR="3600" hR="3600" stAng="0" swAng="-5400000"/>
                <a:close/>
              </a:path>
            </a:pathLst>
          </a:cu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2a6099"/>
              </a:solidFill>
              <a:latin typeface="Arial"/>
            </a:endParaRPr>
          </a:p>
        </p:txBody>
      </p:sp>
      <p:sp>
        <p:nvSpPr>
          <p:cNvPr id="453" name=""/>
          <p:cNvSpPr/>
          <p:nvPr/>
        </p:nvSpPr>
        <p:spPr>
          <a:xfrm>
            <a:off x="9720000" y="0"/>
            <a:ext cx="360000" cy="5670000"/>
          </a:xfrm>
          <a:custGeom>
            <a:avLst/>
            <a:gdLst>
              <a:gd name="textAreaLeft" fmla="*/ 17280 w 360000"/>
              <a:gd name="textAreaRight" fmla="*/ 342720 w 360000"/>
              <a:gd name="textAreaTop" fmla="*/ 17280 h 5670000"/>
              <a:gd name="textAreaBottom" fmla="*/ 5652720 h 5670000"/>
            </a:gdLst>
            <a:ahLst/>
            <a:rect l="textAreaLeft" t="textAreaTop" r="textAreaRight" b="textAreaBottom"/>
            <a:pathLst>
              <a:path w="21600" h="339882">
                <a:moveTo>
                  <a:pt x="3600" y="0"/>
                </a:moveTo>
                <a:arcTo wR="3600" hR="3600" stAng="16200000" swAng="-5400000"/>
                <a:lnTo>
                  <a:pt x="0" y="336282"/>
                </a:lnTo>
                <a:arcTo wR="3600" hR="3600" stAng="10800000" swAng="-5400000"/>
                <a:lnTo>
                  <a:pt x="18000" y="339882"/>
                </a:lnTo>
                <a:arcTo wR="3600" hR="3600" stAng="5400000" swAng="-5400000"/>
                <a:lnTo>
                  <a:pt x="21600" y="3600"/>
                </a:lnTo>
                <a:arcTo wR="3600" hR="3600" stAng="0" swAng="-5400000"/>
                <a:close/>
              </a:path>
            </a:pathLst>
          </a:cu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2a6099"/>
              </a:solidFill>
              <a:latin typeface="Arial"/>
            </a:endParaRPr>
          </a:p>
        </p:txBody>
      </p:sp>
      <p:sp>
        <p:nvSpPr>
          <p:cNvPr id="454" name=""/>
          <p:cNvSpPr/>
          <p:nvPr/>
        </p:nvSpPr>
        <p:spPr>
          <a:xfrm>
            <a:off x="360000" y="0"/>
            <a:ext cx="9360000" cy="180000"/>
          </a:xfrm>
          <a:prstGeom prst="roundRect">
            <a:avLst>
              <a:gd name="adj" fmla="val 16667"/>
            </a:avLst>
          </a:pr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2a6099"/>
              </a:solidFill>
              <a:latin typeface="Arial"/>
            </a:endParaRPr>
          </a:p>
        </p:txBody>
      </p:sp>
      <p:sp>
        <p:nvSpPr>
          <p:cNvPr id="3" name="PlaceHolder 2"/>
          <p:cNvSpPr>
            <a:spLocks noGrp="1"/>
          </p:cNvSpPr>
          <p:nvPr>
            <p:ph type="ftr" idx="29"/>
          </p:nvPr>
        </p:nvSpPr>
        <p:spPr/>
        <p:txBody>
          <a:bodyPr/>
          <a:p>
            <a:r>
              <a:t>Blog-Pro-DA</a:t>
            </a:r>
          </a:p>
        </p:txBody>
      </p:sp>
      <p:sp>
        <p:nvSpPr>
          <p:cNvPr id="4" name="PlaceHolder 3"/>
          <p:cNvSpPr>
            <a:spLocks noGrp="1"/>
          </p:cNvSpPr>
          <p:nvPr>
            <p:ph type="sldNum" idx="30"/>
          </p:nvPr>
        </p:nvSpPr>
        <p:spPr/>
        <p:txBody>
          <a:bodyPr/>
          <a:p>
            <a:fld id="{1E3F8222-BACC-4F8B-B453-43E7324B65AF}" type="slidenum">
              <a:t>10</a:t>
            </a:fld>
          </a:p>
        </p:txBody>
      </p:sp>
      <p:sp>
        <p:nvSpPr>
          <p:cNvPr id="5" name="PlaceHolder 4"/>
          <p:cNvSpPr>
            <a:spLocks noGrp="1"/>
          </p:cNvSpPr>
          <p:nvPr>
            <p:ph type="dt" idx="28"/>
          </p:nvPr>
        </p:nvSpPr>
        <p:spPr/>
        <p:txBody>
          <a:bodyPr/>
          <a:p>
            <a:fld id="{8C29B69D-CD5C-4ED5-B430-9C6C61810C0F}" type="datetime1">
              <a:rPr lang="fr-FR"/>
              <a:t>07/02/26</a:t>
            </a:fld>
          </a:p>
        </p:txBody>
      </p:sp>
    </p:spTree>
  </p:cSld>
  <mc:AlternateContent>
    <mc:Choice Requires="p14">
      <p:transition spd="slow" p14:dur="2000">
        <p:comb dir="horz"/>
      </p:transition>
    </mc:Choice>
    <mc:Fallback>
      <p:transition spd="slow">
        <p:comb dir="horz"/>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ubTitle"/>
          </p:nvPr>
        </p:nvSpPr>
        <p:spPr>
          <a:xfrm>
            <a:off x="540000" y="2340000"/>
            <a:ext cx="9071640" cy="1554480"/>
          </a:xfrm>
          <a:prstGeom prst="rect">
            <a:avLst/>
          </a:prstGeom>
          <a:noFill/>
          <a:ln w="0">
            <a:noFill/>
          </a:ln>
        </p:spPr>
        <p:txBody>
          <a:bodyPr lIns="0" rIns="0" tIns="0" bIns="0" anchor="ctr">
            <a:noAutofit/>
          </a:bodyPr>
          <a:p>
            <a:pPr algn="ctr"/>
            <a:r>
              <a:rPr b="1" lang="fr-FR" sz="3000" spc="-1" strike="noStrike">
                <a:solidFill>
                  <a:srgbClr val="ff0000"/>
                </a:solidFill>
                <a:latin typeface="Noto Serif ExtraCondensed Black"/>
              </a:rPr>
              <a:t>Chers Docteur  et Camarades ,</a:t>
            </a:r>
            <a:endParaRPr b="1" lang="fr-FR" sz="3000" spc="-1" strike="noStrike">
              <a:solidFill>
                <a:srgbClr val="ff0000"/>
              </a:solidFill>
              <a:latin typeface="Noto Serif ExtraCondensed Black"/>
            </a:endParaRPr>
          </a:p>
          <a:p>
            <a:pPr algn="ctr"/>
            <a:endParaRPr b="1" lang="fr-FR" sz="3000" spc="-1" strike="noStrike">
              <a:solidFill>
                <a:srgbClr val="ff0000"/>
              </a:solidFill>
              <a:latin typeface="Noto Serif ExtraCondensed Black"/>
            </a:endParaRPr>
          </a:p>
          <a:p>
            <a:pPr algn="ctr"/>
            <a:r>
              <a:rPr b="1" lang="fr-FR" sz="3000" spc="-1" strike="noStrike">
                <a:solidFill>
                  <a:srgbClr val="ff0000"/>
                </a:solidFill>
                <a:latin typeface="Noto Serif ExtraCondensed Black"/>
              </a:rPr>
              <a:t>Merci pour votre aimable attention !!!</a:t>
            </a:r>
            <a:endParaRPr b="1" lang="fr-FR" sz="3000" spc="-1" strike="noStrike">
              <a:solidFill>
                <a:srgbClr val="ff0000"/>
              </a:solidFill>
              <a:latin typeface="Noto Serif ExtraCondensed Black"/>
            </a:endParaRPr>
          </a:p>
        </p:txBody>
      </p:sp>
      <p:sp>
        <p:nvSpPr>
          <p:cNvPr id="456" name=""/>
          <p:cNvSpPr txBox="1"/>
          <p:nvPr/>
        </p:nvSpPr>
        <p:spPr>
          <a:xfrm>
            <a:off x="3348360" y="900000"/>
            <a:ext cx="2951640" cy="1080000"/>
          </a:xfrm>
          <a:prstGeom prst="rect">
            <a:avLst/>
          </a:prstGeom>
          <a:noFill/>
          <a:ln w="0">
            <a:noFill/>
          </a:ln>
        </p:spPr>
        <p:txBody>
          <a:bodyPr lIns="0" rIns="0" tIns="0" bIns="0" anchor="ctr">
            <a:noAutofit/>
          </a:bodyPr>
          <a:p>
            <a:pPr algn="ctr"/>
            <a:r>
              <a:rPr b="1" lang="fr-FR" sz="4200" spc="-1" strike="noStrike">
                <a:solidFill>
                  <a:srgbClr val="009eda"/>
                </a:solidFill>
                <a:latin typeface="Noto Serif ExtraCondensed Black"/>
              </a:rPr>
              <a:t>Fin !!</a:t>
            </a:r>
            <a:endParaRPr b="1" lang="fr-FR" sz="4200" spc="-1" strike="noStrike">
              <a:solidFill>
                <a:srgbClr val="009eda"/>
              </a:solidFill>
              <a:latin typeface="Noto Serif ExtraCondensed Black"/>
            </a:endParaRPr>
          </a:p>
        </p:txBody>
      </p:sp>
      <p:sp>
        <p:nvSpPr>
          <p:cNvPr id="457" name=""/>
          <p:cNvSpPr/>
          <p:nvPr/>
        </p:nvSpPr>
        <p:spPr>
          <a:xfrm>
            <a:off x="360" y="360"/>
            <a:ext cx="360000" cy="5670000"/>
          </a:xfrm>
          <a:custGeom>
            <a:avLst/>
            <a:gdLst>
              <a:gd name="textAreaLeft" fmla="*/ 17280 w 360000"/>
              <a:gd name="textAreaRight" fmla="*/ 342720 w 360000"/>
              <a:gd name="textAreaTop" fmla="*/ 17280 h 5670000"/>
              <a:gd name="textAreaBottom" fmla="*/ 5652720 h 5670000"/>
            </a:gdLst>
            <a:ahLst/>
            <a:rect l="textAreaLeft" t="textAreaTop" r="textAreaRight" b="textAreaBottom"/>
            <a:pathLst>
              <a:path w="21600" h="339882">
                <a:moveTo>
                  <a:pt x="3600" y="0"/>
                </a:moveTo>
                <a:arcTo wR="3600" hR="3600" stAng="16200000" swAng="-5400000"/>
                <a:lnTo>
                  <a:pt x="0" y="336282"/>
                </a:lnTo>
                <a:arcTo wR="3600" hR="3600" stAng="10800000" swAng="-5400000"/>
                <a:lnTo>
                  <a:pt x="18000" y="339882"/>
                </a:lnTo>
                <a:arcTo wR="3600" hR="3600" stAng="5400000" swAng="-5400000"/>
                <a:lnTo>
                  <a:pt x="21600" y="3600"/>
                </a:lnTo>
                <a:arcTo wR="3600" hR="3600" stAng="0" swAng="-5400000"/>
                <a:close/>
              </a:path>
            </a:pathLst>
          </a:cu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2a6099"/>
              </a:solidFill>
              <a:latin typeface="Arial"/>
            </a:endParaRPr>
          </a:p>
        </p:txBody>
      </p:sp>
      <p:sp>
        <p:nvSpPr>
          <p:cNvPr id="458" name=""/>
          <p:cNvSpPr/>
          <p:nvPr/>
        </p:nvSpPr>
        <p:spPr>
          <a:xfrm>
            <a:off x="9720000" y="0"/>
            <a:ext cx="360000" cy="5670000"/>
          </a:xfrm>
          <a:custGeom>
            <a:avLst/>
            <a:gdLst>
              <a:gd name="textAreaLeft" fmla="*/ 17280 w 360000"/>
              <a:gd name="textAreaRight" fmla="*/ 342720 w 360000"/>
              <a:gd name="textAreaTop" fmla="*/ 17280 h 5670000"/>
              <a:gd name="textAreaBottom" fmla="*/ 5652720 h 5670000"/>
            </a:gdLst>
            <a:ahLst/>
            <a:rect l="textAreaLeft" t="textAreaTop" r="textAreaRight" b="textAreaBottom"/>
            <a:pathLst>
              <a:path w="21600" h="339882">
                <a:moveTo>
                  <a:pt x="3600" y="0"/>
                </a:moveTo>
                <a:arcTo wR="3600" hR="3600" stAng="16200000" swAng="-5400000"/>
                <a:lnTo>
                  <a:pt x="0" y="336282"/>
                </a:lnTo>
                <a:arcTo wR="3600" hR="3600" stAng="10800000" swAng="-5400000"/>
                <a:lnTo>
                  <a:pt x="18000" y="339882"/>
                </a:lnTo>
                <a:arcTo wR="3600" hR="3600" stAng="5400000" swAng="-5400000"/>
                <a:lnTo>
                  <a:pt x="21600" y="3600"/>
                </a:lnTo>
                <a:arcTo wR="3600" hR="3600" stAng="0" swAng="-5400000"/>
                <a:close/>
              </a:path>
            </a:pathLst>
          </a:custGeom>
          <a:solidFill>
            <a:srgbClr val="39b2e5"/>
          </a:solidFill>
          <a:ln w="18000">
            <a:solidFill>
              <a:srgbClr val="009bdd"/>
            </a:solidFill>
            <a:round/>
          </a:ln>
        </p:spPr>
        <p:style>
          <a:lnRef idx="0"/>
          <a:fillRef idx="0"/>
          <a:effectRef idx="0"/>
          <a:fontRef idx="minor"/>
        </p:style>
        <p:txBody>
          <a:bodyPr wrap="none" lIns="90000" rIns="90000" tIns="45000" bIns="45000" anchor="ctr">
            <a:noAutofit/>
          </a:bodyPr>
          <a:p>
            <a:endParaRPr b="0" lang="fr-FR" sz="1800" spc="-1" strike="noStrike">
              <a:solidFill>
                <a:srgbClr val="2a6099"/>
              </a:solidFill>
              <a:latin typeface="Arial"/>
            </a:endParaRPr>
          </a:p>
        </p:txBody>
      </p:sp>
      <p:sp>
        <p:nvSpPr>
          <p:cNvPr id="3" name="PlaceHolder 2"/>
          <p:cNvSpPr>
            <a:spLocks noGrp="1"/>
          </p:cNvSpPr>
          <p:nvPr>
            <p:ph type="ftr" idx="35"/>
          </p:nvPr>
        </p:nvSpPr>
        <p:spPr/>
        <p:txBody>
          <a:bodyPr/>
          <a:p>
            <a:r>
              <a:t>Blog-Pro-DA</a:t>
            </a:r>
          </a:p>
        </p:txBody>
      </p:sp>
      <p:sp>
        <p:nvSpPr>
          <p:cNvPr id="4" name="PlaceHolder 3"/>
          <p:cNvSpPr>
            <a:spLocks noGrp="1"/>
          </p:cNvSpPr>
          <p:nvPr>
            <p:ph type="sldNum" idx="36"/>
          </p:nvPr>
        </p:nvSpPr>
        <p:spPr/>
        <p:txBody>
          <a:bodyPr/>
          <a:p>
            <a:fld id="{58122033-6F54-428A-98E0-2522A11FFCF5}" type="slidenum">
              <a:t>11</a:t>
            </a:fld>
          </a:p>
        </p:txBody>
      </p:sp>
      <p:sp>
        <p:nvSpPr>
          <p:cNvPr id="5" name="PlaceHolder 4"/>
          <p:cNvSpPr>
            <a:spLocks noGrp="1"/>
          </p:cNvSpPr>
          <p:nvPr>
            <p:ph type="dt" idx="34"/>
          </p:nvPr>
        </p:nvSpPr>
        <p:spPr/>
        <p:txBody>
          <a:bodyPr/>
          <a:p>
            <a:fld id="{8F468872-39E3-4749-B697-C0FB4956F026}" type="datetime1">
              <a:rPr lang="fr-FR"/>
              <a:t>07/02/26</a:t>
            </a:fld>
          </a:p>
        </p:txBody>
      </p:sp>
    </p:spTree>
  </p:cSld>
  <mc:AlternateContent>
    <mc:Choice Requires="p14">
      <p:transition spd="slow" p14:dur="6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2026-02-06T21:25:01Z</dcterms:created>
  <dc:creator/>
  <dc:description/>
  <dc:language>fr-FR</dc:language>
  <cp:lastModifiedBy/>
  <cp:lastPrinted>2026-02-07T11:14:24Z</cp:lastPrinted>
  <dcterms:modified xsi:type="dcterms:W3CDTF">2026-02-07T11:11:52Z</dcterms:modified>
  <cp:revision>31</cp:revision>
  <dc:subject/>
  <dc:title>Blue Curve</dc:title>
</cp:coreProperties>
</file>